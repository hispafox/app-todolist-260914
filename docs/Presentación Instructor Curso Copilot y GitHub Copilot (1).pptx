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sldIdLst>
    <p:sldId id="256" r:id="rId5"/>
    <p:sldId id="318" r:id="rId6"/>
    <p:sldId id="322" r:id="rId7"/>
    <p:sldId id="324" r:id="rId8"/>
    <p:sldId id="32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4253"/>
    <a:srgbClr val="2D77B1"/>
    <a:srgbClr val="1E63A4"/>
    <a:srgbClr val="A2BD3D"/>
    <a:srgbClr val="950082"/>
    <a:srgbClr val="00519F"/>
    <a:srgbClr val="2366AC"/>
    <a:srgbClr val="071C31"/>
    <a:srgbClr val="1941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8708FA-9ED9-421A-76A4-C76B3CA3F279}" v="27" dt="2026-09-07T14:35:37.242"/>
    <p1510:client id="{D9D3C5AB-8D4F-FCD1-6BDE-162D194F0AEA}" v="1" dt="2026-09-07T14:35:50.7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92" autoAdjust="0"/>
    <p:restoredTop sz="95872"/>
  </p:normalViewPr>
  <p:slideViewPr>
    <p:cSldViewPr snapToGrid="0" snapToObjects="1">
      <p:cViewPr varScale="1">
        <p:scale>
          <a:sx n="79" d="100"/>
          <a:sy n="79" d="100"/>
        </p:scale>
        <p:origin x="53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uria Martin" userId="S::nuriamartin@iconotc.com::17b1a262-007e-46d6-8856-38445e86ea72" providerId="AD" clId="Web-{D9D3C5AB-8D4F-FCD1-6BDE-162D194F0AEA}"/>
    <pc:docChg chg="modSld">
      <pc:chgData name="Nuria Martin" userId="S::nuriamartin@iconotc.com::17b1a262-007e-46d6-8856-38445e86ea72" providerId="AD" clId="Web-{D9D3C5AB-8D4F-FCD1-6BDE-162D194F0AEA}" dt="2026-09-07T14:35:50.733" v="0"/>
      <pc:docMkLst>
        <pc:docMk/>
      </pc:docMkLst>
      <pc:sldChg chg="delSp">
        <pc:chgData name="Nuria Martin" userId="S::nuriamartin@iconotc.com::17b1a262-007e-46d6-8856-38445e86ea72" providerId="AD" clId="Web-{D9D3C5AB-8D4F-FCD1-6BDE-162D194F0AEA}" dt="2026-09-07T14:35:50.733" v="0"/>
        <pc:sldMkLst>
          <pc:docMk/>
          <pc:sldMk cId="4044918153" sldId="323"/>
        </pc:sldMkLst>
        <pc:picChg chg="del">
          <ac:chgData name="Nuria Martin" userId="S::nuriamartin@iconotc.com::17b1a262-007e-46d6-8856-38445e86ea72" providerId="AD" clId="Web-{D9D3C5AB-8D4F-FCD1-6BDE-162D194F0AEA}" dt="2026-09-07T14:35:50.733" v="0"/>
          <ac:picMkLst>
            <pc:docMk/>
            <pc:sldMk cId="4044918153" sldId="323"/>
            <ac:picMk id="5" creationId="{C433A6DA-DF5B-3DCA-8593-B77E5C78C989}"/>
          </ac:picMkLst>
        </pc:picChg>
      </pc:sldChg>
    </pc:docChg>
  </pc:docChgLst>
  <pc:docChgLst>
    <pc:chgData name="Nuria Martin" userId="S::nuriamartin@iconotc.com::17b1a262-007e-46d6-8856-38445e86ea72" providerId="AD" clId="Web-{0D8708FA-9ED9-421A-76A4-C76B3CA3F279}"/>
    <pc:docChg chg="modSld">
      <pc:chgData name="Nuria Martin" userId="S::nuriamartin@iconotc.com::17b1a262-007e-46d6-8856-38445e86ea72" providerId="AD" clId="Web-{0D8708FA-9ED9-421A-76A4-C76B3CA3F279}" dt="2026-09-07T14:35:37.242" v="26" actId="20577"/>
      <pc:docMkLst>
        <pc:docMk/>
      </pc:docMkLst>
      <pc:sldChg chg="modSp">
        <pc:chgData name="Nuria Martin" userId="S::nuriamartin@iconotc.com::17b1a262-007e-46d6-8856-38445e86ea72" providerId="AD" clId="Web-{0D8708FA-9ED9-421A-76A4-C76B3CA3F279}" dt="2026-09-07T14:35:37.242" v="26" actId="20577"/>
        <pc:sldMkLst>
          <pc:docMk/>
          <pc:sldMk cId="825473758" sldId="322"/>
        </pc:sldMkLst>
        <pc:spChg chg="mod">
          <ac:chgData name="Nuria Martin" userId="S::nuriamartin@iconotc.com::17b1a262-007e-46d6-8856-38445e86ea72" providerId="AD" clId="Web-{0D8708FA-9ED9-421A-76A4-C76B3CA3F279}" dt="2026-09-07T14:35:37.242" v="26" actId="20577"/>
          <ac:spMkLst>
            <pc:docMk/>
            <pc:sldMk cId="825473758" sldId="322"/>
            <ac:spMk id="2" creationId="{B5DCB531-291E-268E-4BF4-F50F98D0160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D67347-1528-4B71-A3B4-60AE3CC3B26E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93FE8A-32F3-4A07-B027-8FFB8EFFA2C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35868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6295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47DBC7-4AB7-CC47-993F-A7B460DBE9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446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53FBABC-38CC-E044-95AF-746817E4CA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0562" y="0"/>
            <a:ext cx="4635500" cy="5422900"/>
          </a:xfrm>
          <a:custGeom>
            <a:avLst/>
            <a:gdLst>
              <a:gd name="connsiteX0" fmla="*/ 0 w 4635500"/>
              <a:gd name="connsiteY0" fmla="*/ 0 h 5422900"/>
              <a:gd name="connsiteX1" fmla="*/ 4635500 w 4635500"/>
              <a:gd name="connsiteY1" fmla="*/ 0 h 5422900"/>
              <a:gd name="connsiteX2" fmla="*/ 4635500 w 4635500"/>
              <a:gd name="connsiteY2" fmla="*/ 5422900 h 5422900"/>
              <a:gd name="connsiteX3" fmla="*/ 0 w 4635500"/>
              <a:gd name="connsiteY3" fmla="*/ 5422900 h 542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5500" h="5422900">
                <a:moveTo>
                  <a:pt x="0" y="0"/>
                </a:moveTo>
                <a:lnTo>
                  <a:pt x="4635500" y="0"/>
                </a:lnTo>
                <a:lnTo>
                  <a:pt x="4635500" y="5422900"/>
                </a:lnTo>
                <a:lnTo>
                  <a:pt x="0" y="54229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168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2027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211A376-35E4-854C-9359-12B8AFE9239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90600" y="0"/>
            <a:ext cx="4749846" cy="6858000"/>
          </a:xfrm>
          <a:custGeom>
            <a:avLst/>
            <a:gdLst>
              <a:gd name="connsiteX0" fmla="*/ 0 w 4749846"/>
              <a:gd name="connsiteY0" fmla="*/ 0 h 6858000"/>
              <a:gd name="connsiteX1" fmla="*/ 4749846 w 4749846"/>
              <a:gd name="connsiteY1" fmla="*/ 0 h 6858000"/>
              <a:gd name="connsiteX2" fmla="*/ 4749846 w 4749846"/>
              <a:gd name="connsiteY2" fmla="*/ 6858000 h 6858000"/>
              <a:gd name="connsiteX3" fmla="*/ 0 w 474984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9846" h="6858000">
                <a:moveTo>
                  <a:pt x="0" y="0"/>
                </a:moveTo>
                <a:lnTo>
                  <a:pt x="4749846" y="0"/>
                </a:lnTo>
                <a:lnTo>
                  <a:pt x="4749846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418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1C65CB4-0F1D-FC4C-845B-D787399E2A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5800" y="907940"/>
            <a:ext cx="10820400" cy="4953000"/>
          </a:xfrm>
          <a:custGeom>
            <a:avLst/>
            <a:gdLst>
              <a:gd name="connsiteX0" fmla="*/ 0 w 10820400"/>
              <a:gd name="connsiteY0" fmla="*/ 0 h 4953000"/>
              <a:gd name="connsiteX1" fmla="*/ 10820400 w 10820400"/>
              <a:gd name="connsiteY1" fmla="*/ 0 h 4953000"/>
              <a:gd name="connsiteX2" fmla="*/ 10820400 w 10820400"/>
              <a:gd name="connsiteY2" fmla="*/ 4953000 h 4953000"/>
              <a:gd name="connsiteX3" fmla="*/ 0 w 10820400"/>
              <a:gd name="connsiteY3" fmla="*/ 4953000 h 495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20400" h="4953000">
                <a:moveTo>
                  <a:pt x="0" y="0"/>
                </a:moveTo>
                <a:lnTo>
                  <a:pt x="10820400" y="0"/>
                </a:lnTo>
                <a:lnTo>
                  <a:pt x="10820400" y="4953000"/>
                </a:lnTo>
                <a:lnTo>
                  <a:pt x="0" y="49530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428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0DAA19-E1B6-F94A-ABFD-AF715D839121}"/>
              </a:ext>
            </a:extLst>
          </p:cNvPr>
          <p:cNvSpPr/>
          <p:nvPr userDrawn="1"/>
        </p:nvSpPr>
        <p:spPr>
          <a:xfrm>
            <a:off x="8699500" y="-1"/>
            <a:ext cx="3492500" cy="4680643"/>
          </a:xfrm>
          <a:prstGeom prst="rect">
            <a:avLst/>
          </a:prstGeom>
          <a:solidFill>
            <a:srgbClr val="1941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3A5F902-BD8B-D246-BF7D-409627E63BC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27259" y="722707"/>
            <a:ext cx="4208765" cy="5412586"/>
          </a:xfrm>
          <a:custGeom>
            <a:avLst/>
            <a:gdLst>
              <a:gd name="connsiteX0" fmla="*/ 0 w 4208765"/>
              <a:gd name="connsiteY0" fmla="*/ 0 h 5412586"/>
              <a:gd name="connsiteX1" fmla="*/ 4208765 w 4208765"/>
              <a:gd name="connsiteY1" fmla="*/ 0 h 5412586"/>
              <a:gd name="connsiteX2" fmla="*/ 4208765 w 4208765"/>
              <a:gd name="connsiteY2" fmla="*/ 5412586 h 5412586"/>
              <a:gd name="connsiteX3" fmla="*/ 0 w 4208765"/>
              <a:gd name="connsiteY3" fmla="*/ 5412586 h 5412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8765" h="5412586">
                <a:moveTo>
                  <a:pt x="0" y="0"/>
                </a:moveTo>
                <a:lnTo>
                  <a:pt x="4208765" y="0"/>
                </a:lnTo>
                <a:lnTo>
                  <a:pt x="4208765" y="5412586"/>
                </a:lnTo>
                <a:lnTo>
                  <a:pt x="0" y="5412586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111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3A2CCEA-3018-5440-98C6-099D5812A8BF}"/>
              </a:ext>
            </a:extLst>
          </p:cNvPr>
          <p:cNvSpPr/>
          <p:nvPr userDrawn="1"/>
        </p:nvSpPr>
        <p:spPr>
          <a:xfrm>
            <a:off x="2719746" y="0"/>
            <a:ext cx="3086100" cy="6858000"/>
          </a:xfrm>
          <a:prstGeom prst="rect">
            <a:avLst/>
          </a:prstGeom>
          <a:solidFill>
            <a:srgbClr val="1941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EA80E04-8E28-2D44-BAE8-5788E8BB4B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89544" y="431800"/>
            <a:ext cx="4279900" cy="5994400"/>
          </a:xfrm>
          <a:custGeom>
            <a:avLst/>
            <a:gdLst>
              <a:gd name="connsiteX0" fmla="*/ 0 w 4279900"/>
              <a:gd name="connsiteY0" fmla="*/ 0 h 5994400"/>
              <a:gd name="connsiteX1" fmla="*/ 4279900 w 4279900"/>
              <a:gd name="connsiteY1" fmla="*/ 0 h 5994400"/>
              <a:gd name="connsiteX2" fmla="*/ 4279900 w 4279900"/>
              <a:gd name="connsiteY2" fmla="*/ 5994400 h 5994400"/>
              <a:gd name="connsiteX3" fmla="*/ 0 w 4279900"/>
              <a:gd name="connsiteY3" fmla="*/ 5994400 h 599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79900" h="5994400">
                <a:moveTo>
                  <a:pt x="0" y="0"/>
                </a:moveTo>
                <a:lnTo>
                  <a:pt x="4279900" y="0"/>
                </a:lnTo>
                <a:lnTo>
                  <a:pt x="4279900" y="5994400"/>
                </a:lnTo>
                <a:lnTo>
                  <a:pt x="0" y="59944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05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9446DAC-26CC-084A-AE9C-F092B746544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61200" y="1"/>
            <a:ext cx="4432297" cy="6858001"/>
          </a:xfrm>
          <a:custGeom>
            <a:avLst/>
            <a:gdLst>
              <a:gd name="connsiteX0" fmla="*/ 0 w 4432297"/>
              <a:gd name="connsiteY0" fmla="*/ 3086100 h 6858001"/>
              <a:gd name="connsiteX1" fmla="*/ 4432297 w 4432297"/>
              <a:gd name="connsiteY1" fmla="*/ 3086100 h 6858001"/>
              <a:gd name="connsiteX2" fmla="*/ 4432297 w 4432297"/>
              <a:gd name="connsiteY2" fmla="*/ 6858001 h 6858001"/>
              <a:gd name="connsiteX3" fmla="*/ 0 w 4432297"/>
              <a:gd name="connsiteY3" fmla="*/ 6858001 h 6858001"/>
              <a:gd name="connsiteX4" fmla="*/ 0 w 4432297"/>
              <a:gd name="connsiteY4" fmla="*/ 0 h 6858001"/>
              <a:gd name="connsiteX5" fmla="*/ 4432297 w 4432297"/>
              <a:gd name="connsiteY5" fmla="*/ 0 h 6858001"/>
              <a:gd name="connsiteX6" fmla="*/ 4432297 w 4432297"/>
              <a:gd name="connsiteY6" fmla="*/ 2959100 h 6858001"/>
              <a:gd name="connsiteX7" fmla="*/ 0 w 4432297"/>
              <a:gd name="connsiteY7" fmla="*/ 29591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32297" h="6858001">
                <a:moveTo>
                  <a:pt x="0" y="3086100"/>
                </a:moveTo>
                <a:lnTo>
                  <a:pt x="4432297" y="3086100"/>
                </a:lnTo>
                <a:lnTo>
                  <a:pt x="4432297" y="6858001"/>
                </a:lnTo>
                <a:lnTo>
                  <a:pt x="0" y="6858001"/>
                </a:lnTo>
                <a:close/>
                <a:moveTo>
                  <a:pt x="0" y="0"/>
                </a:moveTo>
                <a:lnTo>
                  <a:pt x="4432297" y="0"/>
                </a:lnTo>
                <a:lnTo>
                  <a:pt x="4432297" y="2959100"/>
                </a:lnTo>
                <a:lnTo>
                  <a:pt x="0" y="29591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3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B91B415-E036-E74C-8B07-82BBED3122B1}"/>
              </a:ext>
            </a:extLst>
          </p:cNvPr>
          <p:cNvSpPr/>
          <p:nvPr userDrawn="1"/>
        </p:nvSpPr>
        <p:spPr>
          <a:xfrm>
            <a:off x="0" y="0"/>
            <a:ext cx="4165600" cy="6858000"/>
          </a:xfrm>
          <a:prstGeom prst="rect">
            <a:avLst/>
          </a:prstGeom>
          <a:solidFill>
            <a:srgbClr val="1941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21C7EE-653E-EF45-8202-86D7B89CD111}"/>
              </a:ext>
            </a:extLst>
          </p:cNvPr>
          <p:cNvSpPr/>
          <p:nvPr userDrawn="1"/>
        </p:nvSpPr>
        <p:spPr>
          <a:xfrm>
            <a:off x="1" y="0"/>
            <a:ext cx="578224" cy="685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E59B7EE-04F2-5A4C-8122-0C7079FFA7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63363"/>
            <a:ext cx="4889500" cy="4377797"/>
          </a:xfrm>
          <a:custGeom>
            <a:avLst/>
            <a:gdLst>
              <a:gd name="connsiteX0" fmla="*/ 1625600 w 4889500"/>
              <a:gd name="connsiteY0" fmla="*/ 0 h 4377797"/>
              <a:gd name="connsiteX1" fmla="*/ 4889500 w 4889500"/>
              <a:gd name="connsiteY1" fmla="*/ 0 h 4377797"/>
              <a:gd name="connsiteX2" fmla="*/ 4889500 w 4889500"/>
              <a:gd name="connsiteY2" fmla="*/ 4377797 h 4377797"/>
              <a:gd name="connsiteX3" fmla="*/ 1625600 w 4889500"/>
              <a:gd name="connsiteY3" fmla="*/ 4377797 h 4377797"/>
              <a:gd name="connsiteX4" fmla="*/ 0 w 4889500"/>
              <a:gd name="connsiteY4" fmla="*/ 0 h 4377797"/>
              <a:gd name="connsiteX5" fmla="*/ 1511300 w 4889500"/>
              <a:gd name="connsiteY5" fmla="*/ 0 h 4377797"/>
              <a:gd name="connsiteX6" fmla="*/ 1511300 w 4889500"/>
              <a:gd name="connsiteY6" fmla="*/ 4377797 h 4377797"/>
              <a:gd name="connsiteX7" fmla="*/ 0 w 4889500"/>
              <a:gd name="connsiteY7" fmla="*/ 4377797 h 4377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89500" h="4377797">
                <a:moveTo>
                  <a:pt x="1625600" y="0"/>
                </a:moveTo>
                <a:lnTo>
                  <a:pt x="4889500" y="0"/>
                </a:lnTo>
                <a:lnTo>
                  <a:pt x="4889500" y="4377797"/>
                </a:lnTo>
                <a:lnTo>
                  <a:pt x="1625600" y="4377797"/>
                </a:lnTo>
                <a:close/>
                <a:moveTo>
                  <a:pt x="0" y="0"/>
                </a:moveTo>
                <a:lnTo>
                  <a:pt x="1511300" y="0"/>
                </a:lnTo>
                <a:lnTo>
                  <a:pt x="1511300" y="4377797"/>
                </a:lnTo>
                <a:lnTo>
                  <a:pt x="0" y="4377797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122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A7555A0-C2C3-D94B-84EF-BC4AADA041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44603" y="2889578"/>
            <a:ext cx="2187594" cy="2187594"/>
          </a:xfrm>
          <a:custGeom>
            <a:avLst/>
            <a:gdLst>
              <a:gd name="connsiteX0" fmla="*/ 0 w 2187594"/>
              <a:gd name="connsiteY0" fmla="*/ 0 h 2187594"/>
              <a:gd name="connsiteX1" fmla="*/ 2187594 w 2187594"/>
              <a:gd name="connsiteY1" fmla="*/ 0 h 2187594"/>
              <a:gd name="connsiteX2" fmla="*/ 2187594 w 2187594"/>
              <a:gd name="connsiteY2" fmla="*/ 2187594 h 2187594"/>
              <a:gd name="connsiteX3" fmla="*/ 0 w 2187594"/>
              <a:gd name="connsiteY3" fmla="*/ 2187594 h 2187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7594" h="2187594">
                <a:moveTo>
                  <a:pt x="0" y="0"/>
                </a:moveTo>
                <a:lnTo>
                  <a:pt x="2187594" y="0"/>
                </a:lnTo>
                <a:lnTo>
                  <a:pt x="2187594" y="2187594"/>
                </a:lnTo>
                <a:lnTo>
                  <a:pt x="0" y="2187594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47CAEE4-098F-A64D-90C1-8723EFC945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02203" y="2889578"/>
            <a:ext cx="2187594" cy="2187594"/>
          </a:xfrm>
          <a:custGeom>
            <a:avLst/>
            <a:gdLst>
              <a:gd name="connsiteX0" fmla="*/ 0 w 2187594"/>
              <a:gd name="connsiteY0" fmla="*/ 0 h 2187594"/>
              <a:gd name="connsiteX1" fmla="*/ 2187594 w 2187594"/>
              <a:gd name="connsiteY1" fmla="*/ 0 h 2187594"/>
              <a:gd name="connsiteX2" fmla="*/ 2187594 w 2187594"/>
              <a:gd name="connsiteY2" fmla="*/ 2187594 h 2187594"/>
              <a:gd name="connsiteX3" fmla="*/ 0 w 2187594"/>
              <a:gd name="connsiteY3" fmla="*/ 2187594 h 2187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7594" h="2187594">
                <a:moveTo>
                  <a:pt x="0" y="0"/>
                </a:moveTo>
                <a:lnTo>
                  <a:pt x="2187594" y="0"/>
                </a:lnTo>
                <a:lnTo>
                  <a:pt x="2187594" y="2187594"/>
                </a:lnTo>
                <a:lnTo>
                  <a:pt x="0" y="2187594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C26D7E2-2D84-E74B-A570-2CDB1B172B4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659803" y="2889578"/>
            <a:ext cx="2187594" cy="2187594"/>
          </a:xfrm>
          <a:custGeom>
            <a:avLst/>
            <a:gdLst>
              <a:gd name="connsiteX0" fmla="*/ 0 w 2187594"/>
              <a:gd name="connsiteY0" fmla="*/ 0 h 2187594"/>
              <a:gd name="connsiteX1" fmla="*/ 2187594 w 2187594"/>
              <a:gd name="connsiteY1" fmla="*/ 0 h 2187594"/>
              <a:gd name="connsiteX2" fmla="*/ 2187594 w 2187594"/>
              <a:gd name="connsiteY2" fmla="*/ 2187594 h 2187594"/>
              <a:gd name="connsiteX3" fmla="*/ 0 w 2187594"/>
              <a:gd name="connsiteY3" fmla="*/ 2187594 h 2187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7594" h="2187594">
                <a:moveTo>
                  <a:pt x="0" y="0"/>
                </a:moveTo>
                <a:lnTo>
                  <a:pt x="2187594" y="0"/>
                </a:lnTo>
                <a:lnTo>
                  <a:pt x="2187594" y="2187594"/>
                </a:lnTo>
                <a:lnTo>
                  <a:pt x="0" y="2187594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717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DCC1212-C2C2-D240-BA75-735B168D3E3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49568" y="0"/>
            <a:ext cx="4535682" cy="5583935"/>
          </a:xfrm>
          <a:custGeom>
            <a:avLst/>
            <a:gdLst>
              <a:gd name="connsiteX0" fmla="*/ 0 w 4535682"/>
              <a:gd name="connsiteY0" fmla="*/ 0 h 5583935"/>
              <a:gd name="connsiteX1" fmla="*/ 4535682 w 4535682"/>
              <a:gd name="connsiteY1" fmla="*/ 0 h 5583935"/>
              <a:gd name="connsiteX2" fmla="*/ 4535682 w 4535682"/>
              <a:gd name="connsiteY2" fmla="*/ 5583935 h 5583935"/>
              <a:gd name="connsiteX3" fmla="*/ 0 w 4535682"/>
              <a:gd name="connsiteY3" fmla="*/ 5583935 h 5583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35682" h="5583935">
                <a:moveTo>
                  <a:pt x="0" y="0"/>
                </a:moveTo>
                <a:lnTo>
                  <a:pt x="4535682" y="0"/>
                </a:lnTo>
                <a:lnTo>
                  <a:pt x="4535682" y="5583935"/>
                </a:lnTo>
                <a:lnTo>
                  <a:pt x="0" y="5583935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0828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CF0FBAE-E3A5-8A44-BA6F-E3A187970F06}"/>
              </a:ext>
            </a:extLst>
          </p:cNvPr>
          <p:cNvSpPr/>
          <p:nvPr userDrawn="1"/>
        </p:nvSpPr>
        <p:spPr>
          <a:xfrm>
            <a:off x="0" y="4169948"/>
            <a:ext cx="12192000" cy="26880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2CF8954-FEA2-8347-9506-C4E68B40405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18688" y="2920126"/>
            <a:ext cx="2670048" cy="2688052"/>
          </a:xfrm>
          <a:custGeom>
            <a:avLst/>
            <a:gdLst>
              <a:gd name="connsiteX0" fmla="*/ 0 w 2670048"/>
              <a:gd name="connsiteY0" fmla="*/ 0 h 2688052"/>
              <a:gd name="connsiteX1" fmla="*/ 2670048 w 2670048"/>
              <a:gd name="connsiteY1" fmla="*/ 0 h 2688052"/>
              <a:gd name="connsiteX2" fmla="*/ 2670048 w 2670048"/>
              <a:gd name="connsiteY2" fmla="*/ 2688052 h 2688052"/>
              <a:gd name="connsiteX3" fmla="*/ 0 w 2670048"/>
              <a:gd name="connsiteY3" fmla="*/ 2688052 h 2688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70048" h="2688052">
                <a:moveTo>
                  <a:pt x="0" y="0"/>
                </a:moveTo>
                <a:lnTo>
                  <a:pt x="2670048" y="0"/>
                </a:lnTo>
                <a:lnTo>
                  <a:pt x="2670048" y="2688052"/>
                </a:lnTo>
                <a:lnTo>
                  <a:pt x="0" y="2688052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AD80898-2BB2-284F-8D58-DF9683634D3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521952" y="2920126"/>
            <a:ext cx="2670048" cy="2688052"/>
          </a:xfrm>
          <a:custGeom>
            <a:avLst/>
            <a:gdLst>
              <a:gd name="connsiteX0" fmla="*/ 0 w 2670048"/>
              <a:gd name="connsiteY0" fmla="*/ 0 h 2688052"/>
              <a:gd name="connsiteX1" fmla="*/ 2670048 w 2670048"/>
              <a:gd name="connsiteY1" fmla="*/ 0 h 2688052"/>
              <a:gd name="connsiteX2" fmla="*/ 2670048 w 2670048"/>
              <a:gd name="connsiteY2" fmla="*/ 2688052 h 2688052"/>
              <a:gd name="connsiteX3" fmla="*/ 0 w 2670048"/>
              <a:gd name="connsiteY3" fmla="*/ 2688052 h 2688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70048" h="2688052">
                <a:moveTo>
                  <a:pt x="0" y="0"/>
                </a:moveTo>
                <a:lnTo>
                  <a:pt x="2670048" y="0"/>
                </a:lnTo>
                <a:lnTo>
                  <a:pt x="2670048" y="2688052"/>
                </a:lnTo>
                <a:lnTo>
                  <a:pt x="0" y="2688052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8301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DFA17BA-50FA-0144-BCDD-D281ACD279BC}"/>
              </a:ext>
            </a:extLst>
          </p:cNvPr>
          <p:cNvSpPr/>
          <p:nvPr userDrawn="1"/>
        </p:nvSpPr>
        <p:spPr>
          <a:xfrm>
            <a:off x="0" y="3102015"/>
            <a:ext cx="12192000" cy="37559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245F54B-D84E-8A43-B273-D17B850D0D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6899" y="2277100"/>
            <a:ext cx="2179675" cy="2179675"/>
          </a:xfrm>
          <a:custGeom>
            <a:avLst/>
            <a:gdLst>
              <a:gd name="connsiteX0" fmla="*/ 0 w 2179675"/>
              <a:gd name="connsiteY0" fmla="*/ 0 h 2179675"/>
              <a:gd name="connsiteX1" fmla="*/ 2179675 w 2179675"/>
              <a:gd name="connsiteY1" fmla="*/ 0 h 2179675"/>
              <a:gd name="connsiteX2" fmla="*/ 2179675 w 2179675"/>
              <a:gd name="connsiteY2" fmla="*/ 2179675 h 2179675"/>
              <a:gd name="connsiteX3" fmla="*/ 0 w 2179675"/>
              <a:gd name="connsiteY3" fmla="*/ 2179675 h 217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9675" h="2179675">
                <a:moveTo>
                  <a:pt x="0" y="0"/>
                </a:moveTo>
                <a:lnTo>
                  <a:pt x="2179675" y="0"/>
                </a:lnTo>
                <a:lnTo>
                  <a:pt x="2179675" y="2179675"/>
                </a:lnTo>
                <a:lnTo>
                  <a:pt x="0" y="2179675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8ED9B84-B6B8-0449-8EE1-EA19FA1490A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81211" y="2277100"/>
            <a:ext cx="2179675" cy="2179675"/>
          </a:xfrm>
          <a:custGeom>
            <a:avLst/>
            <a:gdLst>
              <a:gd name="connsiteX0" fmla="*/ 0 w 2179675"/>
              <a:gd name="connsiteY0" fmla="*/ 0 h 2179675"/>
              <a:gd name="connsiteX1" fmla="*/ 2179675 w 2179675"/>
              <a:gd name="connsiteY1" fmla="*/ 0 h 2179675"/>
              <a:gd name="connsiteX2" fmla="*/ 2179675 w 2179675"/>
              <a:gd name="connsiteY2" fmla="*/ 2179675 h 2179675"/>
              <a:gd name="connsiteX3" fmla="*/ 0 w 2179675"/>
              <a:gd name="connsiteY3" fmla="*/ 2179675 h 217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9675" h="2179675">
                <a:moveTo>
                  <a:pt x="0" y="0"/>
                </a:moveTo>
                <a:lnTo>
                  <a:pt x="2179675" y="0"/>
                </a:lnTo>
                <a:lnTo>
                  <a:pt x="2179675" y="2179675"/>
                </a:lnTo>
                <a:lnTo>
                  <a:pt x="0" y="2179675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5D6BE75-B099-A84A-B172-C97DB52FB99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1116" y="2277100"/>
            <a:ext cx="2179675" cy="2179675"/>
          </a:xfrm>
          <a:custGeom>
            <a:avLst/>
            <a:gdLst>
              <a:gd name="connsiteX0" fmla="*/ 0 w 2179675"/>
              <a:gd name="connsiteY0" fmla="*/ 0 h 2179675"/>
              <a:gd name="connsiteX1" fmla="*/ 2179675 w 2179675"/>
              <a:gd name="connsiteY1" fmla="*/ 0 h 2179675"/>
              <a:gd name="connsiteX2" fmla="*/ 2179675 w 2179675"/>
              <a:gd name="connsiteY2" fmla="*/ 2179675 h 2179675"/>
              <a:gd name="connsiteX3" fmla="*/ 0 w 2179675"/>
              <a:gd name="connsiteY3" fmla="*/ 2179675 h 217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9675" h="2179675">
                <a:moveTo>
                  <a:pt x="0" y="0"/>
                </a:moveTo>
                <a:lnTo>
                  <a:pt x="2179675" y="0"/>
                </a:lnTo>
                <a:lnTo>
                  <a:pt x="2179675" y="2179675"/>
                </a:lnTo>
                <a:lnTo>
                  <a:pt x="0" y="2179675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8F3EAC6-F381-B548-9320-553374F9D93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14483" y="2277100"/>
            <a:ext cx="2179675" cy="2179675"/>
          </a:xfrm>
          <a:custGeom>
            <a:avLst/>
            <a:gdLst>
              <a:gd name="connsiteX0" fmla="*/ 0 w 2179675"/>
              <a:gd name="connsiteY0" fmla="*/ 0 h 2179675"/>
              <a:gd name="connsiteX1" fmla="*/ 2179675 w 2179675"/>
              <a:gd name="connsiteY1" fmla="*/ 0 h 2179675"/>
              <a:gd name="connsiteX2" fmla="*/ 2179675 w 2179675"/>
              <a:gd name="connsiteY2" fmla="*/ 2179675 h 2179675"/>
              <a:gd name="connsiteX3" fmla="*/ 0 w 2179675"/>
              <a:gd name="connsiteY3" fmla="*/ 2179675 h 217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9675" h="2179675">
                <a:moveTo>
                  <a:pt x="0" y="0"/>
                </a:moveTo>
                <a:lnTo>
                  <a:pt x="2179675" y="0"/>
                </a:lnTo>
                <a:lnTo>
                  <a:pt x="2179675" y="2179675"/>
                </a:lnTo>
                <a:lnTo>
                  <a:pt x="0" y="2179675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0447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43BC866-2301-7146-BFE9-28100B06FBE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3617931" cy="6858000"/>
          </a:xfrm>
          <a:custGeom>
            <a:avLst/>
            <a:gdLst>
              <a:gd name="connsiteX0" fmla="*/ 0 w 3617931"/>
              <a:gd name="connsiteY0" fmla="*/ 0 h 6858000"/>
              <a:gd name="connsiteX1" fmla="*/ 3617931 w 3617931"/>
              <a:gd name="connsiteY1" fmla="*/ 0 h 6858000"/>
              <a:gd name="connsiteX2" fmla="*/ 3617931 w 3617931"/>
              <a:gd name="connsiteY2" fmla="*/ 6858000 h 6858000"/>
              <a:gd name="connsiteX3" fmla="*/ 0 w 361793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17931" h="6858000">
                <a:moveTo>
                  <a:pt x="0" y="0"/>
                </a:moveTo>
                <a:lnTo>
                  <a:pt x="3617931" y="0"/>
                </a:lnTo>
                <a:lnTo>
                  <a:pt x="3617931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DB063D5-8174-8044-8A0E-CE34F23080E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574072" y="0"/>
            <a:ext cx="3617931" cy="6858000"/>
          </a:xfrm>
          <a:custGeom>
            <a:avLst/>
            <a:gdLst>
              <a:gd name="connsiteX0" fmla="*/ 0 w 3617931"/>
              <a:gd name="connsiteY0" fmla="*/ 0 h 6858000"/>
              <a:gd name="connsiteX1" fmla="*/ 3617931 w 3617931"/>
              <a:gd name="connsiteY1" fmla="*/ 0 h 6858000"/>
              <a:gd name="connsiteX2" fmla="*/ 3617931 w 3617931"/>
              <a:gd name="connsiteY2" fmla="*/ 6858000 h 6858000"/>
              <a:gd name="connsiteX3" fmla="*/ 0 w 361793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17931" h="6858000">
                <a:moveTo>
                  <a:pt x="0" y="0"/>
                </a:moveTo>
                <a:lnTo>
                  <a:pt x="3617931" y="0"/>
                </a:lnTo>
                <a:lnTo>
                  <a:pt x="3617931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463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3E407E6-E6E5-AF45-A05A-C0FC4E9D4AB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17920" y="3755104"/>
            <a:ext cx="2926080" cy="3121152"/>
          </a:xfrm>
          <a:custGeom>
            <a:avLst/>
            <a:gdLst>
              <a:gd name="connsiteX0" fmla="*/ 0 w 2926080"/>
              <a:gd name="connsiteY0" fmla="*/ 0 h 3121152"/>
              <a:gd name="connsiteX1" fmla="*/ 2926080 w 2926080"/>
              <a:gd name="connsiteY1" fmla="*/ 0 h 3121152"/>
              <a:gd name="connsiteX2" fmla="*/ 2926080 w 2926080"/>
              <a:gd name="connsiteY2" fmla="*/ 3121152 h 3121152"/>
              <a:gd name="connsiteX3" fmla="*/ 0 w 2926080"/>
              <a:gd name="connsiteY3" fmla="*/ 3121152 h 3121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26080" h="3121152">
                <a:moveTo>
                  <a:pt x="0" y="0"/>
                </a:moveTo>
                <a:lnTo>
                  <a:pt x="2926080" y="0"/>
                </a:lnTo>
                <a:lnTo>
                  <a:pt x="2926080" y="3121152"/>
                </a:lnTo>
                <a:lnTo>
                  <a:pt x="0" y="3121152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A2F365C-579E-9149-A26E-139C99C8F14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17921" y="0"/>
            <a:ext cx="5974080" cy="3633216"/>
          </a:xfrm>
          <a:custGeom>
            <a:avLst/>
            <a:gdLst>
              <a:gd name="connsiteX0" fmla="*/ 0 w 5974080"/>
              <a:gd name="connsiteY0" fmla="*/ 0 h 3633216"/>
              <a:gd name="connsiteX1" fmla="*/ 5974080 w 5974080"/>
              <a:gd name="connsiteY1" fmla="*/ 0 h 3633216"/>
              <a:gd name="connsiteX2" fmla="*/ 5974080 w 5974080"/>
              <a:gd name="connsiteY2" fmla="*/ 3633216 h 3633216"/>
              <a:gd name="connsiteX3" fmla="*/ 0 w 5974080"/>
              <a:gd name="connsiteY3" fmla="*/ 3633216 h 3633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74080" h="3633216">
                <a:moveTo>
                  <a:pt x="0" y="0"/>
                </a:moveTo>
                <a:lnTo>
                  <a:pt x="5974080" y="0"/>
                </a:lnTo>
                <a:lnTo>
                  <a:pt x="5974080" y="3633216"/>
                </a:lnTo>
                <a:lnTo>
                  <a:pt x="0" y="3633216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0EB7783-D36D-744D-9E44-69B076F7D17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65920" y="3755104"/>
            <a:ext cx="2926080" cy="3121152"/>
          </a:xfrm>
          <a:custGeom>
            <a:avLst/>
            <a:gdLst>
              <a:gd name="connsiteX0" fmla="*/ 0 w 2926080"/>
              <a:gd name="connsiteY0" fmla="*/ 0 h 3121152"/>
              <a:gd name="connsiteX1" fmla="*/ 2926080 w 2926080"/>
              <a:gd name="connsiteY1" fmla="*/ 0 h 3121152"/>
              <a:gd name="connsiteX2" fmla="*/ 2926080 w 2926080"/>
              <a:gd name="connsiteY2" fmla="*/ 3121152 h 3121152"/>
              <a:gd name="connsiteX3" fmla="*/ 0 w 2926080"/>
              <a:gd name="connsiteY3" fmla="*/ 3121152 h 3121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26080" h="3121152">
                <a:moveTo>
                  <a:pt x="0" y="0"/>
                </a:moveTo>
                <a:lnTo>
                  <a:pt x="2926080" y="0"/>
                </a:lnTo>
                <a:lnTo>
                  <a:pt x="2926080" y="3121152"/>
                </a:lnTo>
                <a:lnTo>
                  <a:pt x="0" y="3121152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9165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8DB9677-C72E-8042-A09D-BC4711A443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80556" y="4620769"/>
            <a:ext cx="3560064" cy="2237231"/>
          </a:xfrm>
          <a:custGeom>
            <a:avLst/>
            <a:gdLst>
              <a:gd name="connsiteX0" fmla="*/ 0 w 3560064"/>
              <a:gd name="connsiteY0" fmla="*/ 0 h 2237231"/>
              <a:gd name="connsiteX1" fmla="*/ 3560064 w 3560064"/>
              <a:gd name="connsiteY1" fmla="*/ 0 h 2237231"/>
              <a:gd name="connsiteX2" fmla="*/ 3560064 w 3560064"/>
              <a:gd name="connsiteY2" fmla="*/ 2237231 h 2237231"/>
              <a:gd name="connsiteX3" fmla="*/ 0 w 3560064"/>
              <a:gd name="connsiteY3" fmla="*/ 2237231 h 2237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60064" h="2237231">
                <a:moveTo>
                  <a:pt x="0" y="0"/>
                </a:moveTo>
                <a:lnTo>
                  <a:pt x="3560064" y="0"/>
                </a:lnTo>
                <a:lnTo>
                  <a:pt x="3560064" y="2237231"/>
                </a:lnTo>
                <a:lnTo>
                  <a:pt x="0" y="2237231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9321E72-A345-6044-93C7-31300F6B499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99744" y="0"/>
            <a:ext cx="3560064" cy="4413504"/>
          </a:xfrm>
          <a:custGeom>
            <a:avLst/>
            <a:gdLst>
              <a:gd name="connsiteX0" fmla="*/ 0 w 3560064"/>
              <a:gd name="connsiteY0" fmla="*/ 0 h 4413504"/>
              <a:gd name="connsiteX1" fmla="*/ 3560064 w 3560064"/>
              <a:gd name="connsiteY1" fmla="*/ 0 h 4413504"/>
              <a:gd name="connsiteX2" fmla="*/ 3560064 w 3560064"/>
              <a:gd name="connsiteY2" fmla="*/ 4413504 h 4413504"/>
              <a:gd name="connsiteX3" fmla="*/ 0 w 3560064"/>
              <a:gd name="connsiteY3" fmla="*/ 4413504 h 4413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60064" h="4413504">
                <a:moveTo>
                  <a:pt x="0" y="0"/>
                </a:moveTo>
                <a:lnTo>
                  <a:pt x="3560064" y="0"/>
                </a:lnTo>
                <a:lnTo>
                  <a:pt x="3560064" y="4413504"/>
                </a:lnTo>
                <a:lnTo>
                  <a:pt x="0" y="4413504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8268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A2FB8E-CABE-6C47-A55B-69CA669EA62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437344" y="0"/>
            <a:ext cx="4754654" cy="6857999"/>
          </a:xfrm>
          <a:custGeom>
            <a:avLst/>
            <a:gdLst>
              <a:gd name="connsiteX0" fmla="*/ 3169769 w 4754654"/>
              <a:gd name="connsiteY0" fmla="*/ 3688230 h 6857999"/>
              <a:gd name="connsiteX1" fmla="*/ 4754654 w 4754654"/>
              <a:gd name="connsiteY1" fmla="*/ 3688230 h 6857999"/>
              <a:gd name="connsiteX2" fmla="*/ 4754654 w 4754654"/>
              <a:gd name="connsiteY2" fmla="*/ 6857999 h 6857999"/>
              <a:gd name="connsiteX3" fmla="*/ 1584885 w 4754654"/>
              <a:gd name="connsiteY3" fmla="*/ 6857999 h 6857999"/>
              <a:gd name="connsiteX4" fmla="*/ 1584885 w 4754654"/>
              <a:gd name="connsiteY4" fmla="*/ 5273115 h 6857999"/>
              <a:gd name="connsiteX5" fmla="*/ 0 w 4754654"/>
              <a:gd name="connsiteY5" fmla="*/ 1938527 h 6857999"/>
              <a:gd name="connsiteX6" fmla="*/ 3169769 w 4754654"/>
              <a:gd name="connsiteY6" fmla="*/ 1938527 h 6857999"/>
              <a:gd name="connsiteX7" fmla="*/ 3169769 w 4754654"/>
              <a:gd name="connsiteY7" fmla="*/ 3523411 h 6857999"/>
              <a:gd name="connsiteX8" fmla="*/ 1584885 w 4754654"/>
              <a:gd name="connsiteY8" fmla="*/ 5108296 h 6857999"/>
              <a:gd name="connsiteX9" fmla="*/ 0 w 4754654"/>
              <a:gd name="connsiteY9" fmla="*/ 5108296 h 6857999"/>
              <a:gd name="connsiteX10" fmla="*/ 0 w 4754654"/>
              <a:gd name="connsiteY10" fmla="*/ 0 h 6857999"/>
              <a:gd name="connsiteX11" fmla="*/ 3169769 w 4754654"/>
              <a:gd name="connsiteY11" fmla="*/ 0 h 6857999"/>
              <a:gd name="connsiteX12" fmla="*/ 3169769 w 4754654"/>
              <a:gd name="connsiteY12" fmla="*/ 1840992 h 6857999"/>
              <a:gd name="connsiteX13" fmla="*/ 0 w 4754654"/>
              <a:gd name="connsiteY13" fmla="*/ 1840992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54654" h="6857999">
                <a:moveTo>
                  <a:pt x="3169769" y="3688230"/>
                </a:moveTo>
                <a:lnTo>
                  <a:pt x="4754654" y="3688230"/>
                </a:lnTo>
                <a:lnTo>
                  <a:pt x="4754654" y="6857999"/>
                </a:lnTo>
                <a:lnTo>
                  <a:pt x="1584885" y="6857999"/>
                </a:lnTo>
                <a:lnTo>
                  <a:pt x="1584885" y="5273115"/>
                </a:lnTo>
                <a:close/>
                <a:moveTo>
                  <a:pt x="0" y="1938527"/>
                </a:moveTo>
                <a:lnTo>
                  <a:pt x="3169769" y="1938527"/>
                </a:lnTo>
                <a:lnTo>
                  <a:pt x="3169769" y="3523411"/>
                </a:lnTo>
                <a:lnTo>
                  <a:pt x="1584885" y="5108296"/>
                </a:lnTo>
                <a:lnTo>
                  <a:pt x="0" y="5108296"/>
                </a:lnTo>
                <a:close/>
                <a:moveTo>
                  <a:pt x="0" y="0"/>
                </a:moveTo>
                <a:lnTo>
                  <a:pt x="3169769" y="0"/>
                </a:lnTo>
                <a:lnTo>
                  <a:pt x="3169769" y="1840992"/>
                </a:lnTo>
                <a:lnTo>
                  <a:pt x="0" y="1840992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6903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56C9A57-6CC4-8745-9D87-008D01367FC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114800" y="1447800"/>
            <a:ext cx="3962400" cy="3962400"/>
          </a:xfrm>
          <a:custGeom>
            <a:avLst/>
            <a:gdLst>
              <a:gd name="connsiteX0" fmla="*/ 0 w 3962400"/>
              <a:gd name="connsiteY0" fmla="*/ 0 h 3962400"/>
              <a:gd name="connsiteX1" fmla="*/ 3962400 w 3962400"/>
              <a:gd name="connsiteY1" fmla="*/ 0 h 3962400"/>
              <a:gd name="connsiteX2" fmla="*/ 3962400 w 3962400"/>
              <a:gd name="connsiteY2" fmla="*/ 3962400 h 3962400"/>
              <a:gd name="connsiteX3" fmla="*/ 0 w 3962400"/>
              <a:gd name="connsiteY3" fmla="*/ 3962400 h 396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62400" h="3962400">
                <a:moveTo>
                  <a:pt x="0" y="0"/>
                </a:moveTo>
                <a:lnTo>
                  <a:pt x="3962400" y="0"/>
                </a:lnTo>
                <a:lnTo>
                  <a:pt x="3962400" y="3962400"/>
                </a:lnTo>
                <a:lnTo>
                  <a:pt x="0" y="39624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9145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20C6E7F-2FE0-284A-8419-12F4B83E5DD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226300" y="825850"/>
            <a:ext cx="4965700" cy="5206301"/>
          </a:xfrm>
          <a:custGeom>
            <a:avLst/>
            <a:gdLst>
              <a:gd name="connsiteX0" fmla="*/ 0 w 4965700"/>
              <a:gd name="connsiteY0" fmla="*/ 0 h 5206301"/>
              <a:gd name="connsiteX1" fmla="*/ 4965700 w 4965700"/>
              <a:gd name="connsiteY1" fmla="*/ 0 h 5206301"/>
              <a:gd name="connsiteX2" fmla="*/ 4965700 w 4965700"/>
              <a:gd name="connsiteY2" fmla="*/ 5206301 h 5206301"/>
              <a:gd name="connsiteX3" fmla="*/ 0 w 4965700"/>
              <a:gd name="connsiteY3" fmla="*/ 5206301 h 5206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5700" h="5206301">
                <a:moveTo>
                  <a:pt x="0" y="0"/>
                </a:moveTo>
                <a:lnTo>
                  <a:pt x="4965700" y="0"/>
                </a:lnTo>
                <a:lnTo>
                  <a:pt x="4965700" y="5206301"/>
                </a:lnTo>
                <a:lnTo>
                  <a:pt x="0" y="5206301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4987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1">
            <a:extLst>
              <a:ext uri="{FF2B5EF4-FFF2-40B4-BE49-F238E27FC236}">
                <a16:creationId xmlns:a16="http://schemas.microsoft.com/office/drawing/2014/main" id="{EDA1DE54-B81A-B24A-8D63-8A3AFE7BC04C}"/>
              </a:ext>
            </a:extLst>
          </p:cNvPr>
          <p:cNvSpPr/>
          <p:nvPr userDrawn="1"/>
        </p:nvSpPr>
        <p:spPr>
          <a:xfrm>
            <a:off x="0" y="6562725"/>
            <a:ext cx="12192000" cy="295275"/>
          </a:xfrm>
          <a:prstGeom prst="rect">
            <a:avLst/>
          </a:prstGeom>
          <a:gradFill flip="none" rotWithShape="1">
            <a:gsLst>
              <a:gs pos="20000">
                <a:srgbClr val="19416A">
                  <a:alpha val="50000"/>
                </a:srgbClr>
              </a:gs>
              <a:gs pos="100000">
                <a:srgbClr val="0070C0">
                  <a:alpha val="10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44CF6D1-0AB2-D643-8B1E-6772D0897B1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77899" y="0"/>
            <a:ext cx="4749793" cy="6858000"/>
          </a:xfrm>
          <a:custGeom>
            <a:avLst/>
            <a:gdLst>
              <a:gd name="connsiteX0" fmla="*/ 0 w 4749793"/>
              <a:gd name="connsiteY0" fmla="*/ 4381500 h 6858000"/>
              <a:gd name="connsiteX1" fmla="*/ 4749793 w 4749793"/>
              <a:gd name="connsiteY1" fmla="*/ 4381500 h 6858000"/>
              <a:gd name="connsiteX2" fmla="*/ 4749793 w 4749793"/>
              <a:gd name="connsiteY2" fmla="*/ 6858000 h 6858000"/>
              <a:gd name="connsiteX3" fmla="*/ 0 w 4749793"/>
              <a:gd name="connsiteY3" fmla="*/ 6858000 h 6858000"/>
              <a:gd name="connsiteX4" fmla="*/ 0 w 4749793"/>
              <a:gd name="connsiteY4" fmla="*/ 0 h 6858000"/>
              <a:gd name="connsiteX5" fmla="*/ 4749793 w 4749793"/>
              <a:gd name="connsiteY5" fmla="*/ 0 h 6858000"/>
              <a:gd name="connsiteX6" fmla="*/ 4749793 w 4749793"/>
              <a:gd name="connsiteY6" fmla="*/ 4254500 h 6858000"/>
              <a:gd name="connsiteX7" fmla="*/ 0 w 4749793"/>
              <a:gd name="connsiteY7" fmla="*/ 42545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9793" h="6858000">
                <a:moveTo>
                  <a:pt x="0" y="4381500"/>
                </a:moveTo>
                <a:lnTo>
                  <a:pt x="4749793" y="4381500"/>
                </a:lnTo>
                <a:lnTo>
                  <a:pt x="474979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4749793" y="0"/>
                </a:lnTo>
                <a:lnTo>
                  <a:pt x="4749793" y="4254500"/>
                </a:lnTo>
                <a:lnTo>
                  <a:pt x="0" y="42545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6959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04567D79-2509-B142-BDC5-4D9292879D5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88950" y="463406"/>
            <a:ext cx="2692400" cy="5118100"/>
          </a:xfrm>
          <a:custGeom>
            <a:avLst/>
            <a:gdLst>
              <a:gd name="connsiteX0" fmla="*/ 0 w 2692400"/>
              <a:gd name="connsiteY0" fmla="*/ 0 h 5118100"/>
              <a:gd name="connsiteX1" fmla="*/ 2692400 w 2692400"/>
              <a:gd name="connsiteY1" fmla="*/ 0 h 5118100"/>
              <a:gd name="connsiteX2" fmla="*/ 2692400 w 2692400"/>
              <a:gd name="connsiteY2" fmla="*/ 5118100 h 5118100"/>
              <a:gd name="connsiteX3" fmla="*/ 0 w 2692400"/>
              <a:gd name="connsiteY3" fmla="*/ 5118100 h 511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400" h="5118100">
                <a:moveTo>
                  <a:pt x="0" y="0"/>
                </a:moveTo>
                <a:lnTo>
                  <a:pt x="2692400" y="0"/>
                </a:lnTo>
                <a:lnTo>
                  <a:pt x="2692400" y="5118100"/>
                </a:lnTo>
                <a:lnTo>
                  <a:pt x="0" y="51181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CA2678D-D403-5349-80AE-0C6E4BB3D6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29517" y="463406"/>
            <a:ext cx="2692400" cy="5118100"/>
          </a:xfrm>
          <a:custGeom>
            <a:avLst/>
            <a:gdLst>
              <a:gd name="connsiteX0" fmla="*/ 0 w 2692400"/>
              <a:gd name="connsiteY0" fmla="*/ 0 h 5118100"/>
              <a:gd name="connsiteX1" fmla="*/ 2692400 w 2692400"/>
              <a:gd name="connsiteY1" fmla="*/ 0 h 5118100"/>
              <a:gd name="connsiteX2" fmla="*/ 2692400 w 2692400"/>
              <a:gd name="connsiteY2" fmla="*/ 5118100 h 5118100"/>
              <a:gd name="connsiteX3" fmla="*/ 0 w 2692400"/>
              <a:gd name="connsiteY3" fmla="*/ 5118100 h 511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400" h="5118100">
                <a:moveTo>
                  <a:pt x="0" y="0"/>
                </a:moveTo>
                <a:lnTo>
                  <a:pt x="2692400" y="0"/>
                </a:lnTo>
                <a:lnTo>
                  <a:pt x="2692400" y="5118100"/>
                </a:lnTo>
                <a:lnTo>
                  <a:pt x="0" y="51181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6D6F01BC-7CD9-6541-8130-7659F2351E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0084" y="463406"/>
            <a:ext cx="2692400" cy="5118100"/>
          </a:xfrm>
          <a:custGeom>
            <a:avLst/>
            <a:gdLst>
              <a:gd name="connsiteX0" fmla="*/ 0 w 2692400"/>
              <a:gd name="connsiteY0" fmla="*/ 0 h 5118100"/>
              <a:gd name="connsiteX1" fmla="*/ 2692400 w 2692400"/>
              <a:gd name="connsiteY1" fmla="*/ 0 h 5118100"/>
              <a:gd name="connsiteX2" fmla="*/ 2692400 w 2692400"/>
              <a:gd name="connsiteY2" fmla="*/ 5118100 h 5118100"/>
              <a:gd name="connsiteX3" fmla="*/ 0 w 2692400"/>
              <a:gd name="connsiteY3" fmla="*/ 5118100 h 511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400" h="5118100">
                <a:moveTo>
                  <a:pt x="0" y="0"/>
                </a:moveTo>
                <a:lnTo>
                  <a:pt x="2692400" y="0"/>
                </a:lnTo>
                <a:lnTo>
                  <a:pt x="2692400" y="5118100"/>
                </a:lnTo>
                <a:lnTo>
                  <a:pt x="0" y="51181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B4169BE-9B3C-284B-94A6-096E9929F55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10650" y="463406"/>
            <a:ext cx="2692400" cy="5118100"/>
          </a:xfrm>
          <a:custGeom>
            <a:avLst/>
            <a:gdLst>
              <a:gd name="connsiteX0" fmla="*/ 0 w 2692400"/>
              <a:gd name="connsiteY0" fmla="*/ 0 h 5118100"/>
              <a:gd name="connsiteX1" fmla="*/ 2692400 w 2692400"/>
              <a:gd name="connsiteY1" fmla="*/ 0 h 5118100"/>
              <a:gd name="connsiteX2" fmla="*/ 2692400 w 2692400"/>
              <a:gd name="connsiteY2" fmla="*/ 5118100 h 5118100"/>
              <a:gd name="connsiteX3" fmla="*/ 0 w 2692400"/>
              <a:gd name="connsiteY3" fmla="*/ 5118100 h 511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400" h="5118100">
                <a:moveTo>
                  <a:pt x="0" y="0"/>
                </a:moveTo>
                <a:lnTo>
                  <a:pt x="2692400" y="0"/>
                </a:lnTo>
                <a:lnTo>
                  <a:pt x="2692400" y="5118100"/>
                </a:lnTo>
                <a:lnTo>
                  <a:pt x="0" y="51181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8640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2DC9172-CF3B-AF4E-A788-90CBF5DA17D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168650" y="3889447"/>
            <a:ext cx="8686800" cy="2476500"/>
          </a:xfrm>
          <a:custGeom>
            <a:avLst/>
            <a:gdLst>
              <a:gd name="connsiteX0" fmla="*/ 0 w 8686800"/>
              <a:gd name="connsiteY0" fmla="*/ 0 h 2476500"/>
              <a:gd name="connsiteX1" fmla="*/ 8686800 w 8686800"/>
              <a:gd name="connsiteY1" fmla="*/ 0 h 2476500"/>
              <a:gd name="connsiteX2" fmla="*/ 8686800 w 8686800"/>
              <a:gd name="connsiteY2" fmla="*/ 2476500 h 2476500"/>
              <a:gd name="connsiteX3" fmla="*/ 0 w 8686800"/>
              <a:gd name="connsiteY3" fmla="*/ 2476500 h 2476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86800" h="2476500">
                <a:moveTo>
                  <a:pt x="0" y="0"/>
                </a:moveTo>
                <a:lnTo>
                  <a:pt x="8686800" y="0"/>
                </a:lnTo>
                <a:lnTo>
                  <a:pt x="8686800" y="2476500"/>
                </a:lnTo>
                <a:lnTo>
                  <a:pt x="0" y="24765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1326911-21D1-D547-9E7F-54ED7A97E4D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68650" y="492053"/>
            <a:ext cx="4273550" cy="3270394"/>
          </a:xfrm>
          <a:custGeom>
            <a:avLst/>
            <a:gdLst>
              <a:gd name="connsiteX0" fmla="*/ 0 w 4273550"/>
              <a:gd name="connsiteY0" fmla="*/ 0 h 3270394"/>
              <a:gd name="connsiteX1" fmla="*/ 4273550 w 4273550"/>
              <a:gd name="connsiteY1" fmla="*/ 0 h 3270394"/>
              <a:gd name="connsiteX2" fmla="*/ 4273550 w 4273550"/>
              <a:gd name="connsiteY2" fmla="*/ 3270394 h 3270394"/>
              <a:gd name="connsiteX3" fmla="*/ 0 w 4273550"/>
              <a:gd name="connsiteY3" fmla="*/ 3270394 h 3270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73550" h="3270394">
                <a:moveTo>
                  <a:pt x="0" y="0"/>
                </a:moveTo>
                <a:lnTo>
                  <a:pt x="4273550" y="0"/>
                </a:lnTo>
                <a:lnTo>
                  <a:pt x="4273550" y="3270394"/>
                </a:lnTo>
                <a:lnTo>
                  <a:pt x="0" y="3270394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E3A5218-8737-FB41-8D43-A8B9314E7F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581900" y="492053"/>
            <a:ext cx="4273550" cy="3270394"/>
          </a:xfrm>
          <a:custGeom>
            <a:avLst/>
            <a:gdLst>
              <a:gd name="connsiteX0" fmla="*/ 0 w 4273550"/>
              <a:gd name="connsiteY0" fmla="*/ 0 h 3270394"/>
              <a:gd name="connsiteX1" fmla="*/ 4273550 w 4273550"/>
              <a:gd name="connsiteY1" fmla="*/ 0 h 3270394"/>
              <a:gd name="connsiteX2" fmla="*/ 4273550 w 4273550"/>
              <a:gd name="connsiteY2" fmla="*/ 3270394 h 3270394"/>
              <a:gd name="connsiteX3" fmla="*/ 0 w 4273550"/>
              <a:gd name="connsiteY3" fmla="*/ 3270394 h 3270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73550" h="3270394">
                <a:moveTo>
                  <a:pt x="0" y="0"/>
                </a:moveTo>
                <a:lnTo>
                  <a:pt x="4273550" y="0"/>
                </a:lnTo>
                <a:lnTo>
                  <a:pt x="4273550" y="3270394"/>
                </a:lnTo>
                <a:lnTo>
                  <a:pt x="0" y="3270394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D2DDA22F-6C6A-6F46-9785-37E376D740A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36550" y="492053"/>
            <a:ext cx="2692400" cy="5873894"/>
          </a:xfrm>
          <a:custGeom>
            <a:avLst/>
            <a:gdLst>
              <a:gd name="connsiteX0" fmla="*/ 0 w 2692400"/>
              <a:gd name="connsiteY0" fmla="*/ 0 h 5873894"/>
              <a:gd name="connsiteX1" fmla="*/ 2692400 w 2692400"/>
              <a:gd name="connsiteY1" fmla="*/ 0 h 5873894"/>
              <a:gd name="connsiteX2" fmla="*/ 2692400 w 2692400"/>
              <a:gd name="connsiteY2" fmla="*/ 5873894 h 5873894"/>
              <a:gd name="connsiteX3" fmla="*/ 0 w 2692400"/>
              <a:gd name="connsiteY3" fmla="*/ 5873894 h 5873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400" h="5873894">
                <a:moveTo>
                  <a:pt x="0" y="0"/>
                </a:moveTo>
                <a:lnTo>
                  <a:pt x="2692400" y="0"/>
                </a:lnTo>
                <a:lnTo>
                  <a:pt x="2692400" y="5873894"/>
                </a:lnTo>
                <a:lnTo>
                  <a:pt x="0" y="5873894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4733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585DC43-C361-9540-A522-301F3ECFC99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4775"/>
            <a:ext cx="5842000" cy="6872777"/>
          </a:xfrm>
          <a:custGeom>
            <a:avLst/>
            <a:gdLst>
              <a:gd name="connsiteX0" fmla="*/ 0 w 5842000"/>
              <a:gd name="connsiteY0" fmla="*/ 0 h 6872777"/>
              <a:gd name="connsiteX1" fmla="*/ 4170821 w 5842000"/>
              <a:gd name="connsiteY1" fmla="*/ 0 h 6872777"/>
              <a:gd name="connsiteX2" fmla="*/ 5842000 w 5842000"/>
              <a:gd name="connsiteY2" fmla="*/ 6872777 h 6872777"/>
              <a:gd name="connsiteX3" fmla="*/ 0 w 5842000"/>
              <a:gd name="connsiteY3" fmla="*/ 6872777 h 6872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42000" h="6872777">
                <a:moveTo>
                  <a:pt x="0" y="0"/>
                </a:moveTo>
                <a:lnTo>
                  <a:pt x="4170821" y="0"/>
                </a:lnTo>
                <a:lnTo>
                  <a:pt x="5842000" y="6872777"/>
                </a:lnTo>
                <a:lnTo>
                  <a:pt x="0" y="6872777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5570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81EEB7-1166-8346-BAFE-5BD38E53AA7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009380" y="0"/>
            <a:ext cx="5182621" cy="6858000"/>
          </a:xfrm>
          <a:custGeom>
            <a:avLst/>
            <a:gdLst>
              <a:gd name="connsiteX0" fmla="*/ 3607821 w 5182621"/>
              <a:gd name="connsiteY0" fmla="*/ 4533900 h 6858000"/>
              <a:gd name="connsiteX1" fmla="*/ 5182621 w 5182621"/>
              <a:gd name="connsiteY1" fmla="*/ 4533900 h 6858000"/>
              <a:gd name="connsiteX2" fmla="*/ 5182621 w 5182621"/>
              <a:gd name="connsiteY2" fmla="*/ 6858000 h 6858000"/>
              <a:gd name="connsiteX3" fmla="*/ 3607821 w 5182621"/>
              <a:gd name="connsiteY3" fmla="*/ 6858000 h 6858000"/>
              <a:gd name="connsiteX4" fmla="*/ 3607821 w 5182621"/>
              <a:gd name="connsiteY4" fmla="*/ 0 h 6858000"/>
              <a:gd name="connsiteX5" fmla="*/ 5182621 w 5182621"/>
              <a:gd name="connsiteY5" fmla="*/ 0 h 6858000"/>
              <a:gd name="connsiteX6" fmla="*/ 5182621 w 5182621"/>
              <a:gd name="connsiteY6" fmla="*/ 4412288 h 6858000"/>
              <a:gd name="connsiteX7" fmla="*/ 3607821 w 5182621"/>
              <a:gd name="connsiteY7" fmla="*/ 4412288 h 6858000"/>
              <a:gd name="connsiteX8" fmla="*/ 0 w 5182621"/>
              <a:gd name="connsiteY8" fmla="*/ 0 h 6858000"/>
              <a:gd name="connsiteX9" fmla="*/ 3491661 w 5182621"/>
              <a:gd name="connsiteY9" fmla="*/ 0 h 6858000"/>
              <a:gd name="connsiteX10" fmla="*/ 3491661 w 5182621"/>
              <a:gd name="connsiteY10" fmla="*/ 6858000 h 6858000"/>
              <a:gd name="connsiteX11" fmla="*/ 0 w 518262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182621" h="6858000">
                <a:moveTo>
                  <a:pt x="3607821" y="4533900"/>
                </a:moveTo>
                <a:lnTo>
                  <a:pt x="5182621" y="4533900"/>
                </a:lnTo>
                <a:lnTo>
                  <a:pt x="5182621" y="6858000"/>
                </a:lnTo>
                <a:lnTo>
                  <a:pt x="3607821" y="6858000"/>
                </a:lnTo>
                <a:close/>
                <a:moveTo>
                  <a:pt x="3607821" y="0"/>
                </a:moveTo>
                <a:lnTo>
                  <a:pt x="5182621" y="0"/>
                </a:lnTo>
                <a:lnTo>
                  <a:pt x="5182621" y="4412288"/>
                </a:lnTo>
                <a:lnTo>
                  <a:pt x="3607821" y="4412288"/>
                </a:lnTo>
                <a:close/>
                <a:moveTo>
                  <a:pt x="0" y="0"/>
                </a:moveTo>
                <a:lnTo>
                  <a:pt x="3491661" y="0"/>
                </a:lnTo>
                <a:lnTo>
                  <a:pt x="3491661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3112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1C928F8-CC4A-F34A-BC81-ACC1CD7DB30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83285" y="1794568"/>
            <a:ext cx="6851547" cy="3802524"/>
          </a:xfrm>
          <a:custGeom>
            <a:avLst/>
            <a:gdLst>
              <a:gd name="connsiteX0" fmla="*/ 0 w 4762500"/>
              <a:gd name="connsiteY0" fmla="*/ 0 h 3017040"/>
              <a:gd name="connsiteX1" fmla="*/ 4762500 w 4762500"/>
              <a:gd name="connsiteY1" fmla="*/ 0 h 3017040"/>
              <a:gd name="connsiteX2" fmla="*/ 4762500 w 4762500"/>
              <a:gd name="connsiteY2" fmla="*/ 3017040 h 3017040"/>
              <a:gd name="connsiteX3" fmla="*/ 0 w 4762500"/>
              <a:gd name="connsiteY3" fmla="*/ 3017040 h 3017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62500" h="3017040">
                <a:moveTo>
                  <a:pt x="0" y="0"/>
                </a:moveTo>
                <a:lnTo>
                  <a:pt x="4762500" y="0"/>
                </a:lnTo>
                <a:lnTo>
                  <a:pt x="4762500" y="3017040"/>
                </a:lnTo>
                <a:lnTo>
                  <a:pt x="0" y="301704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7300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AD84DE-04EA-C940-AEC6-6544864CE67B}"/>
              </a:ext>
            </a:extLst>
          </p:cNvPr>
          <p:cNvSpPr/>
          <p:nvPr userDrawn="1"/>
        </p:nvSpPr>
        <p:spPr>
          <a:xfrm>
            <a:off x="0" y="0"/>
            <a:ext cx="3958683" cy="6858000"/>
          </a:xfrm>
          <a:prstGeom prst="rect">
            <a:avLst/>
          </a:prstGeom>
          <a:solidFill>
            <a:srgbClr val="071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799AAE-7F59-054C-8AFC-E979BCB7AD9C}"/>
              </a:ext>
            </a:extLst>
          </p:cNvPr>
          <p:cNvSpPr/>
          <p:nvPr userDrawn="1"/>
        </p:nvSpPr>
        <p:spPr>
          <a:xfrm>
            <a:off x="0" y="6145306"/>
            <a:ext cx="1976718" cy="712694"/>
          </a:xfrm>
          <a:prstGeom prst="rect">
            <a:avLst/>
          </a:prstGeom>
          <a:solidFill>
            <a:srgbClr val="A2B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9E1BAF8-651F-1D48-A25F-55F8D8DC8F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60500" y="1079500"/>
            <a:ext cx="3873500" cy="5778500"/>
          </a:xfrm>
          <a:custGeom>
            <a:avLst/>
            <a:gdLst>
              <a:gd name="connsiteX0" fmla="*/ 290009 w 3873500"/>
              <a:gd name="connsiteY0" fmla="*/ 0 h 5778500"/>
              <a:gd name="connsiteX1" fmla="*/ 3583491 w 3873500"/>
              <a:gd name="connsiteY1" fmla="*/ 0 h 5778500"/>
              <a:gd name="connsiteX2" fmla="*/ 3873500 w 3873500"/>
              <a:gd name="connsiteY2" fmla="*/ 290009 h 5778500"/>
              <a:gd name="connsiteX3" fmla="*/ 3873500 w 3873500"/>
              <a:gd name="connsiteY3" fmla="*/ 5778500 h 5778500"/>
              <a:gd name="connsiteX4" fmla="*/ 0 w 3873500"/>
              <a:gd name="connsiteY4" fmla="*/ 5778500 h 5778500"/>
              <a:gd name="connsiteX5" fmla="*/ 0 w 3873500"/>
              <a:gd name="connsiteY5" fmla="*/ 290009 h 5778500"/>
              <a:gd name="connsiteX6" fmla="*/ 290009 w 3873500"/>
              <a:gd name="connsiteY6" fmla="*/ 0 h 577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73500" h="5778500">
                <a:moveTo>
                  <a:pt x="290009" y="0"/>
                </a:moveTo>
                <a:lnTo>
                  <a:pt x="3583491" y="0"/>
                </a:lnTo>
                <a:cubicBezTo>
                  <a:pt x="3743659" y="0"/>
                  <a:pt x="3873500" y="129841"/>
                  <a:pt x="3873500" y="290009"/>
                </a:cubicBezTo>
                <a:lnTo>
                  <a:pt x="3873500" y="5778500"/>
                </a:lnTo>
                <a:lnTo>
                  <a:pt x="0" y="5778500"/>
                </a:lnTo>
                <a:lnTo>
                  <a:pt x="0" y="290009"/>
                </a:lnTo>
                <a:cubicBezTo>
                  <a:pt x="0" y="129841"/>
                  <a:pt x="129841" y="0"/>
                  <a:pt x="290009" y="0"/>
                </a:cubicBez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7920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F9965CB-4481-0D4A-8040-3B2EB6EA983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97600" y="0"/>
            <a:ext cx="5994400" cy="6858000"/>
          </a:xfrm>
          <a:custGeom>
            <a:avLst/>
            <a:gdLst>
              <a:gd name="connsiteX0" fmla="*/ 5994400 w 5994400"/>
              <a:gd name="connsiteY0" fmla="*/ 0 h 6858000"/>
              <a:gd name="connsiteX1" fmla="*/ 5994400 w 5994400"/>
              <a:gd name="connsiteY1" fmla="*/ 6858000 h 6858000"/>
              <a:gd name="connsiteX2" fmla="*/ 0 w 5994400"/>
              <a:gd name="connsiteY2" fmla="*/ 6858000 h 6858000"/>
              <a:gd name="connsiteX3" fmla="*/ 1549400 w 5994400"/>
              <a:gd name="connsiteY3" fmla="*/ 127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94400" h="6858000">
                <a:moveTo>
                  <a:pt x="5994400" y="0"/>
                </a:moveTo>
                <a:lnTo>
                  <a:pt x="5994400" y="6858000"/>
                </a:lnTo>
                <a:lnTo>
                  <a:pt x="0" y="6858000"/>
                </a:lnTo>
                <a:lnTo>
                  <a:pt x="1549400" y="127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9777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2A8A93A-25C0-9B4E-878E-3CD2042FFF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27900" y="0"/>
            <a:ext cx="4864100" cy="6858000"/>
          </a:xfrm>
          <a:custGeom>
            <a:avLst/>
            <a:gdLst>
              <a:gd name="connsiteX0" fmla="*/ 0 w 4864100"/>
              <a:gd name="connsiteY0" fmla="*/ 3537020 h 6858000"/>
              <a:gd name="connsiteX1" fmla="*/ 4864100 w 4864100"/>
              <a:gd name="connsiteY1" fmla="*/ 3537020 h 6858000"/>
              <a:gd name="connsiteX2" fmla="*/ 4864100 w 4864100"/>
              <a:gd name="connsiteY2" fmla="*/ 6858000 h 6858000"/>
              <a:gd name="connsiteX3" fmla="*/ 0 w 4864100"/>
              <a:gd name="connsiteY3" fmla="*/ 6858000 h 6858000"/>
              <a:gd name="connsiteX4" fmla="*/ 0 w 4864100"/>
              <a:gd name="connsiteY4" fmla="*/ 0 h 6858000"/>
              <a:gd name="connsiteX5" fmla="*/ 4864100 w 4864100"/>
              <a:gd name="connsiteY5" fmla="*/ 0 h 6858000"/>
              <a:gd name="connsiteX6" fmla="*/ 4864100 w 4864100"/>
              <a:gd name="connsiteY6" fmla="*/ 3429000 h 6858000"/>
              <a:gd name="connsiteX7" fmla="*/ 0 w 4864100"/>
              <a:gd name="connsiteY7" fmla="*/ 3429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64100" h="6858000">
                <a:moveTo>
                  <a:pt x="0" y="3537020"/>
                </a:moveTo>
                <a:lnTo>
                  <a:pt x="4864100" y="3537020"/>
                </a:lnTo>
                <a:lnTo>
                  <a:pt x="4864100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4864100" y="0"/>
                </a:lnTo>
                <a:lnTo>
                  <a:pt x="4864100" y="3429000"/>
                </a:lnTo>
                <a:lnTo>
                  <a:pt x="0" y="34290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213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0278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slide" Target="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rcador de posición de imagen 1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19" name="Rectangle 11">
            <a:extLst>
              <a:ext uri="{FF2B5EF4-FFF2-40B4-BE49-F238E27FC236}">
                <a16:creationId xmlns:a16="http://schemas.microsoft.com/office/drawing/2014/main" id="{EDA1DE54-B81A-B24A-8D63-8A3AFE7BC04C}"/>
              </a:ext>
            </a:extLst>
          </p:cNvPr>
          <p:cNvSpPr/>
          <p:nvPr/>
        </p:nvSpPr>
        <p:spPr>
          <a:xfrm>
            <a:off x="0" y="-1"/>
            <a:ext cx="12191999" cy="6858001"/>
          </a:xfrm>
          <a:prstGeom prst="rect">
            <a:avLst/>
          </a:prstGeom>
          <a:gradFill flip="none" rotWithShape="1">
            <a:gsLst>
              <a:gs pos="20000">
                <a:srgbClr val="071C31"/>
              </a:gs>
              <a:gs pos="100000">
                <a:srgbClr val="071C31">
                  <a:alpha val="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0">
            <a:extLst>
              <a:ext uri="{FF2B5EF4-FFF2-40B4-BE49-F238E27FC236}">
                <a16:creationId xmlns:a16="http://schemas.microsoft.com/office/drawing/2014/main" id="{C948F36E-6068-6642-A7AE-DEB31E60CC16}"/>
              </a:ext>
            </a:extLst>
          </p:cNvPr>
          <p:cNvSpPr/>
          <p:nvPr/>
        </p:nvSpPr>
        <p:spPr>
          <a:xfrm>
            <a:off x="-1773" y="0"/>
            <a:ext cx="12193773" cy="6858000"/>
          </a:xfrm>
          <a:prstGeom prst="rect">
            <a:avLst/>
          </a:prstGeom>
          <a:solidFill>
            <a:srgbClr val="071C3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C0DE9A-C0A0-FF4B-A01D-3C049216B42C}"/>
              </a:ext>
            </a:extLst>
          </p:cNvPr>
          <p:cNvSpPr txBox="1"/>
          <p:nvPr/>
        </p:nvSpPr>
        <p:spPr>
          <a:xfrm>
            <a:off x="4548252" y="2500075"/>
            <a:ext cx="3400290" cy="76944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4400" b="1" dirty="0" err="1">
                <a:solidFill>
                  <a:srgbClr val="A2BD3D"/>
                </a:solidFill>
                <a:latin typeface="Montserrat ExtraBold"/>
              </a:rPr>
              <a:t>Formación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CEA738-80C9-9749-AD31-46008D0D85C2}"/>
              </a:ext>
            </a:extLst>
          </p:cNvPr>
          <p:cNvSpPr txBox="1"/>
          <p:nvPr/>
        </p:nvSpPr>
        <p:spPr>
          <a:xfrm>
            <a:off x="2449178" y="3790248"/>
            <a:ext cx="7803739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s-ES" sz="3200" spc="300" dirty="0">
                <a:solidFill>
                  <a:schemeClr val="bg1"/>
                </a:solidFill>
                <a:latin typeface="Montserrat SemiBold"/>
              </a:rPr>
              <a:t>Curso </a:t>
            </a:r>
            <a:r>
              <a:rPr lang="es-ES" sz="3200" spc="300" dirty="0" err="1">
                <a:solidFill>
                  <a:schemeClr val="bg1"/>
                </a:solidFill>
                <a:latin typeface="Montserrat SemiBold"/>
              </a:rPr>
              <a:t>Copilot</a:t>
            </a:r>
            <a:r>
              <a:rPr lang="es-ES" sz="3200" spc="300" dirty="0">
                <a:solidFill>
                  <a:schemeClr val="bg1"/>
                </a:solidFill>
                <a:latin typeface="Montserrat SemiBold"/>
              </a:rPr>
              <a:t> y GitHub </a:t>
            </a:r>
            <a:r>
              <a:rPr lang="es-ES" sz="3200" spc="300" dirty="0" err="1">
                <a:solidFill>
                  <a:schemeClr val="bg1"/>
                </a:solidFill>
                <a:latin typeface="Montserrat SemiBold"/>
              </a:rPr>
              <a:t>Copilot</a:t>
            </a:r>
            <a:endParaRPr lang="es-ES" sz="3200" spc="300" dirty="0" err="1">
              <a:solidFill>
                <a:schemeClr val="bg1"/>
              </a:solidFill>
              <a:latin typeface="Montserrat SemiBold" panose="00000700000000000000" pitchFamily="50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62B4945-1807-BE47-B5DD-5F34CBAE3C50}"/>
              </a:ext>
            </a:extLst>
          </p:cNvPr>
          <p:cNvCxnSpPr>
            <a:cxnSpLocks/>
          </p:cNvCxnSpPr>
          <p:nvPr/>
        </p:nvCxnSpPr>
        <p:spPr>
          <a:xfrm>
            <a:off x="743096" y="1109401"/>
            <a:ext cx="0" cy="4391695"/>
          </a:xfrm>
          <a:prstGeom prst="line">
            <a:avLst/>
          </a:prstGeom>
          <a:ln w="28575">
            <a:solidFill>
              <a:srgbClr val="A2BD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71C33A8-5CD5-7046-B7F1-52C1EF2FB2D7}"/>
              </a:ext>
            </a:extLst>
          </p:cNvPr>
          <p:cNvSpPr txBox="1"/>
          <p:nvPr/>
        </p:nvSpPr>
        <p:spPr>
          <a:xfrm>
            <a:off x="527653" y="5731066"/>
            <a:ext cx="430887" cy="587661"/>
          </a:xfrm>
          <a:prstGeom prst="rect">
            <a:avLst/>
          </a:prstGeom>
          <a:noFill/>
        </p:spPr>
        <p:txBody>
          <a:bodyPr vert="vert270" wrap="none" lIns="91440" tIns="45720" rIns="91440" bIns="45720" rtlCol="0" anchor="t">
            <a:spAutoFit/>
          </a:bodyPr>
          <a:lstStyle/>
          <a:p>
            <a:r>
              <a:rPr lang="en-US" sz="1600">
                <a:solidFill>
                  <a:srgbClr val="A2BD3D"/>
                </a:solidFill>
                <a:latin typeface="Montserrat"/>
              </a:rPr>
              <a:t>2026</a:t>
            </a:r>
            <a:endParaRPr lang="en-US" sz="1600" dirty="0">
              <a:solidFill>
                <a:srgbClr val="A2BD3D"/>
              </a:solidFill>
              <a:latin typeface="Montserrat" panose="00000500000000000000" pitchFamily="50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3D4E59-2248-FC42-B8CE-E04EECCE9BC2}"/>
              </a:ext>
            </a:extLst>
          </p:cNvPr>
          <p:cNvSpPr txBox="1"/>
          <p:nvPr/>
        </p:nvSpPr>
        <p:spPr>
          <a:xfrm>
            <a:off x="576293" y="539274"/>
            <a:ext cx="28720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600" b="1" dirty="0">
                <a:solidFill>
                  <a:srgbClr val="A2BD3D"/>
                </a:solidFill>
                <a:latin typeface="Montserrat" panose="00000500000000000000" pitchFamily="50" charset="0"/>
              </a:rPr>
              <a:t>Icono</a:t>
            </a:r>
            <a:r>
              <a:rPr lang="en-ID" sz="1600" dirty="0">
                <a:solidFill>
                  <a:srgbClr val="A2BD3D"/>
                </a:solidFill>
                <a:latin typeface="Montserrat" panose="00000500000000000000" pitchFamily="50" charset="0"/>
              </a:rPr>
              <a:t> </a:t>
            </a:r>
            <a:r>
              <a:rPr lang="en-ID" sz="1600" i="1" dirty="0">
                <a:solidFill>
                  <a:srgbClr val="A2BD3D"/>
                </a:solidFill>
                <a:latin typeface="Montserrat" panose="00000500000000000000" pitchFamily="50" charset="0"/>
              </a:rPr>
              <a:t>Training Consulting</a:t>
            </a:r>
            <a:endParaRPr lang="en-ID" sz="4800" i="1" dirty="0">
              <a:solidFill>
                <a:srgbClr val="A2BD3D"/>
              </a:solidFill>
              <a:effectLst/>
              <a:latin typeface="Montserrat" panose="00000500000000000000" pitchFamily="50" charset="0"/>
            </a:endParaRPr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4178" y="598198"/>
            <a:ext cx="2921870" cy="173584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93" y="5465865"/>
            <a:ext cx="12193773" cy="1301938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EA2BBAA6-A71E-B428-AF03-5ED99FDBC2C2}"/>
              </a:ext>
            </a:extLst>
          </p:cNvPr>
          <p:cNvSpPr/>
          <p:nvPr/>
        </p:nvSpPr>
        <p:spPr>
          <a:xfrm>
            <a:off x="-16072" y="6649159"/>
            <a:ext cx="12208072" cy="208842"/>
          </a:xfrm>
          <a:prstGeom prst="rect">
            <a:avLst/>
          </a:prstGeom>
          <a:solidFill>
            <a:srgbClr val="0242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rgbClr val="340FCF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C7AC5C3-D33E-BBF6-0380-24475A7AC0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0474" y="5703494"/>
            <a:ext cx="1394581" cy="55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061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A group of people posing for the camera&#10;&#10;Description automatically generated">
            <a:extLst>
              <a:ext uri="{FF2B5EF4-FFF2-40B4-BE49-F238E27FC236}">
                <a16:creationId xmlns:a16="http://schemas.microsoft.com/office/drawing/2014/main" id="{D7445F60-19A6-8C43-8574-E8670960B85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1507" r="21507"/>
          <a:stretch>
            <a:fillRect/>
          </a:stretch>
        </p:blipFill>
        <p:spPr>
          <a:xfrm>
            <a:off x="8335" y="904875"/>
            <a:ext cx="4824832" cy="5644392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2425A8B-6CF6-A444-8ED0-A7CF09730D9C}"/>
              </a:ext>
            </a:extLst>
          </p:cNvPr>
          <p:cNvSpPr/>
          <p:nvPr/>
        </p:nvSpPr>
        <p:spPr>
          <a:xfrm>
            <a:off x="16689" y="904875"/>
            <a:ext cx="4824813" cy="5644392"/>
          </a:xfrm>
          <a:prstGeom prst="rect">
            <a:avLst/>
          </a:prstGeom>
          <a:gradFill flip="none" rotWithShape="1">
            <a:gsLst>
              <a:gs pos="20000">
                <a:srgbClr val="19416A">
                  <a:alpha val="50000"/>
                </a:srgbClr>
              </a:gs>
              <a:gs pos="100000">
                <a:srgbClr val="0070C0">
                  <a:alpha val="10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AD618B-81D8-0B43-86AF-ABD0FC5C24B9}"/>
              </a:ext>
            </a:extLst>
          </p:cNvPr>
          <p:cNvSpPr txBox="1"/>
          <p:nvPr/>
        </p:nvSpPr>
        <p:spPr>
          <a:xfrm>
            <a:off x="5318209" y="1288994"/>
            <a:ext cx="4137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519F"/>
                </a:solidFill>
                <a:effectLst/>
                <a:uLnTx/>
                <a:uFillTx/>
                <a:latin typeface="Montserrat ExtraBold" pitchFamily="2" charset="77"/>
                <a:ea typeface="+mn-ea"/>
                <a:cs typeface="+mn-cs"/>
              </a:rPr>
              <a:t>Formador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A2BD3D"/>
              </a:solidFill>
              <a:effectLst/>
              <a:uLnTx/>
              <a:uFillTx/>
              <a:latin typeface="Montserrat ExtraBold" pitchFamily="2" charset="77"/>
              <a:ea typeface="+mn-ea"/>
              <a:cs typeface="+mn-cs"/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DA1DE54-B81A-B24A-8D63-8A3AFE7BC04C}"/>
              </a:ext>
            </a:extLst>
          </p:cNvPr>
          <p:cNvSpPr/>
          <p:nvPr/>
        </p:nvSpPr>
        <p:spPr>
          <a:xfrm>
            <a:off x="5990602" y="0"/>
            <a:ext cx="6201398" cy="904875"/>
          </a:xfrm>
          <a:prstGeom prst="rect">
            <a:avLst/>
          </a:prstGeom>
          <a:gradFill flip="none" rotWithShape="1">
            <a:gsLst>
              <a:gs pos="1000">
                <a:srgbClr val="071C31"/>
              </a:gs>
              <a:gs pos="100000">
                <a:srgbClr val="071C31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6">
            <a:extLst>
              <a:ext uri="{FF2B5EF4-FFF2-40B4-BE49-F238E27FC236}">
                <a16:creationId xmlns:a16="http://schemas.microsoft.com/office/drawing/2014/main" id="{A75AFD99-B210-B248-9E4C-D53F110C3F9F}"/>
              </a:ext>
            </a:extLst>
          </p:cNvPr>
          <p:cNvSpPr/>
          <p:nvPr/>
        </p:nvSpPr>
        <p:spPr>
          <a:xfrm>
            <a:off x="0" y="0"/>
            <a:ext cx="5990602" cy="904875"/>
          </a:xfrm>
          <a:prstGeom prst="rect">
            <a:avLst/>
          </a:prstGeom>
          <a:solidFill>
            <a:srgbClr val="071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733" y="139398"/>
            <a:ext cx="1069383" cy="635305"/>
          </a:xfrm>
          <a:prstGeom prst="rect">
            <a:avLst/>
          </a:prstGeom>
        </p:spPr>
      </p:pic>
      <p:sp>
        <p:nvSpPr>
          <p:cNvPr id="14" name="Rectangle 11">
            <a:extLst>
              <a:ext uri="{FF2B5EF4-FFF2-40B4-BE49-F238E27FC236}">
                <a16:creationId xmlns:a16="http://schemas.microsoft.com/office/drawing/2014/main" id="{EDA1DE54-B81A-B24A-8D63-8A3AFE7BC04C}"/>
              </a:ext>
            </a:extLst>
          </p:cNvPr>
          <p:cNvSpPr/>
          <p:nvPr/>
        </p:nvSpPr>
        <p:spPr>
          <a:xfrm>
            <a:off x="-2" y="6549267"/>
            <a:ext cx="12192001" cy="308733"/>
          </a:xfrm>
          <a:prstGeom prst="rect">
            <a:avLst/>
          </a:prstGeom>
          <a:gradFill flip="none" rotWithShape="1">
            <a:gsLst>
              <a:gs pos="20000">
                <a:srgbClr val="071C31"/>
              </a:gs>
              <a:gs pos="100000">
                <a:srgbClr val="071C31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0DAD618B-81D8-0B43-86AF-ABD0FC5C24B9}"/>
              </a:ext>
            </a:extLst>
          </p:cNvPr>
          <p:cNvSpPr txBox="1"/>
          <p:nvPr/>
        </p:nvSpPr>
        <p:spPr>
          <a:xfrm>
            <a:off x="5318209" y="2157313"/>
            <a:ext cx="39244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A2BD3D"/>
                </a:solidFill>
                <a:effectLst/>
                <a:uLnTx/>
                <a:uFillTx/>
                <a:latin typeface="Montserrat ExtraBold" pitchFamily="2" charset="77"/>
                <a:ea typeface="+mn-ea"/>
                <a:cs typeface="+mn-cs"/>
              </a:rPr>
              <a:t>Pedro J. Hernández</a:t>
            </a:r>
          </a:p>
        </p:txBody>
      </p:sp>
      <p:sp>
        <p:nvSpPr>
          <p:cNvPr id="18" name="TextBox 3">
            <a:extLst>
              <a:ext uri="{FF2B5EF4-FFF2-40B4-BE49-F238E27FC236}">
                <a16:creationId xmlns:a16="http://schemas.microsoft.com/office/drawing/2014/main" id="{8FAC1504-C3B7-2E42-85BA-78B04AA4E19F}"/>
              </a:ext>
            </a:extLst>
          </p:cNvPr>
          <p:cNvSpPr txBox="1"/>
          <p:nvPr/>
        </p:nvSpPr>
        <p:spPr>
          <a:xfrm>
            <a:off x="5376396" y="2941532"/>
            <a:ext cx="6228994" cy="37596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CONSULTORA/FORMADOR con más de 20 años de experiencia en tecnologías de la información, está </a:t>
            </a:r>
            <a:r>
              <a:rPr kumimoji="0" lang="es-E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especiali</a:t>
            </a:r>
            <a:r>
              <a:rPr lang="es-ES" sz="1000" dirty="0" err="1">
                <a:solidFill>
                  <a:prstClr val="black"/>
                </a:solidFill>
                <a:latin typeface="Montserrat" panose="00000500000000000000" pitchFamily="2" charset="0"/>
              </a:rPr>
              <a:t>zado</a:t>
            </a:r>
            <a:r>
              <a:rPr lang="es-ES" sz="1000" dirty="0">
                <a:solidFill>
                  <a:prstClr val="black"/>
                </a:solidFill>
                <a:latin typeface="Montserrat" panose="00000500000000000000" pitchFamily="2" charset="0"/>
              </a:rPr>
              <a:t> en </a:t>
            </a: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Microsoft</a:t>
            </a:r>
            <a:r>
              <a:rPr lang="es-ES" sz="1000" dirty="0">
                <a:solidFill>
                  <a:prstClr val="black"/>
                </a:solidFill>
                <a:latin typeface="Montserrat" panose="00000500000000000000" pitchFamily="2" charset="0"/>
              </a:rPr>
              <a:t>: .NET, AZURE, POWER PLATFORM, IA</a:t>
            </a: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 . 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1000" dirty="0">
              <a:solidFill>
                <a:prstClr val="black"/>
              </a:solidFill>
              <a:latin typeface="Montserrat" panose="00000500000000000000" pitchFamily="2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000" dirty="0" err="1">
                <a:solidFill>
                  <a:prstClr val="black"/>
                </a:solidFill>
                <a:latin typeface="Montserrat"/>
              </a:rPr>
              <a:t>MCTrainer</a:t>
            </a:r>
            <a:r>
              <a:rPr lang="es-ES" sz="1000" dirty="0">
                <a:solidFill>
                  <a:prstClr val="black"/>
                </a:solidFill>
                <a:latin typeface="Montserrat"/>
              </a:rPr>
              <a:t> con certificaciones técnicas en Microsoft Azure </a:t>
            </a:r>
            <a:r>
              <a:rPr lang="es-ES" sz="1000" dirty="0" err="1">
                <a:solidFill>
                  <a:prstClr val="black"/>
                </a:solidFill>
                <a:latin typeface="Montserrat"/>
              </a:rPr>
              <a:t>Solutions</a:t>
            </a:r>
            <a:r>
              <a:rPr lang="es-ES" sz="1000" dirty="0">
                <a:solidFill>
                  <a:prstClr val="black"/>
                </a:solidFill>
                <a:latin typeface="Montserrat"/>
              </a:rPr>
              <a:t> </a:t>
            </a:r>
            <a:r>
              <a:rPr lang="es-ES" sz="1000" dirty="0" err="1">
                <a:solidFill>
                  <a:prstClr val="black"/>
                </a:solidFill>
                <a:latin typeface="Montserrat"/>
              </a:rPr>
              <a:t>Architect</a:t>
            </a:r>
            <a:r>
              <a:rPr lang="es-ES" sz="1000" dirty="0">
                <a:solidFill>
                  <a:prstClr val="black"/>
                </a:solidFill>
                <a:latin typeface="Montserrat"/>
              </a:rPr>
              <a:t> Expert, Microsoft Azure </a:t>
            </a:r>
            <a:r>
              <a:rPr lang="es-ES" sz="1000" dirty="0" err="1">
                <a:solidFill>
                  <a:prstClr val="black"/>
                </a:solidFill>
                <a:latin typeface="Montserrat"/>
              </a:rPr>
              <a:t>Developer</a:t>
            </a:r>
            <a:r>
              <a:rPr lang="es-ES" sz="1000" dirty="0">
                <a:solidFill>
                  <a:prstClr val="black"/>
                </a:solidFill>
                <a:latin typeface="Montserrat"/>
              </a:rPr>
              <a:t> </a:t>
            </a:r>
            <a:r>
              <a:rPr lang="es-ES" sz="1000" dirty="0" err="1">
                <a:solidFill>
                  <a:prstClr val="black"/>
                </a:solidFill>
                <a:latin typeface="Montserrat"/>
              </a:rPr>
              <a:t>Associate</a:t>
            </a:r>
            <a:r>
              <a:rPr lang="es-ES" sz="1000" dirty="0">
                <a:solidFill>
                  <a:prstClr val="black"/>
                </a:solidFill>
                <a:latin typeface="Montserrat"/>
              </a:rPr>
              <a:t>, Microsoft Azure </a:t>
            </a:r>
            <a:r>
              <a:rPr lang="es-ES" sz="1000" dirty="0" err="1">
                <a:solidFill>
                  <a:prstClr val="black"/>
                </a:solidFill>
                <a:latin typeface="Montserrat"/>
              </a:rPr>
              <a:t>Administrator</a:t>
            </a:r>
            <a:r>
              <a:rPr lang="es-ES" sz="1000" dirty="0">
                <a:solidFill>
                  <a:prstClr val="black"/>
                </a:solidFill>
                <a:latin typeface="Montserrat"/>
              </a:rPr>
              <a:t> </a:t>
            </a:r>
            <a:r>
              <a:rPr lang="es-ES" sz="1000" dirty="0" err="1">
                <a:solidFill>
                  <a:prstClr val="black"/>
                </a:solidFill>
                <a:latin typeface="Montserrat"/>
              </a:rPr>
              <a:t>Associate</a:t>
            </a:r>
            <a:r>
              <a:rPr lang="es-ES" sz="1000" dirty="0">
                <a:solidFill>
                  <a:prstClr val="black"/>
                </a:solidFill>
                <a:latin typeface="Montserrat"/>
              </a:rPr>
              <a:t>, Microsoft Azure DevOps </a:t>
            </a:r>
            <a:r>
              <a:rPr lang="es-ES" sz="1000" dirty="0" err="1">
                <a:solidFill>
                  <a:prstClr val="black"/>
                </a:solidFill>
                <a:latin typeface="Montserrat"/>
              </a:rPr>
              <a:t>Engineer</a:t>
            </a:r>
            <a:r>
              <a:rPr lang="es-ES" sz="1000" dirty="0">
                <a:solidFill>
                  <a:prstClr val="black"/>
                </a:solidFill>
                <a:latin typeface="Montserrat"/>
              </a:rPr>
              <a:t> Expert, Microsoft </a:t>
            </a:r>
            <a:r>
              <a:rPr lang="es-ES" sz="1000" dirty="0" err="1">
                <a:solidFill>
                  <a:prstClr val="black"/>
                </a:solidFill>
                <a:latin typeface="Montserrat"/>
              </a:rPr>
              <a:t>Power</a:t>
            </a:r>
            <a:r>
              <a:rPr lang="es-ES" sz="1000" dirty="0">
                <a:solidFill>
                  <a:prstClr val="black"/>
                </a:solidFill>
                <a:latin typeface="Montserrat"/>
              </a:rPr>
              <a:t> </a:t>
            </a:r>
            <a:r>
              <a:rPr lang="es-ES" sz="1000" dirty="0" err="1">
                <a:solidFill>
                  <a:prstClr val="black"/>
                </a:solidFill>
                <a:latin typeface="Montserrat"/>
              </a:rPr>
              <a:t>Platform</a:t>
            </a:r>
            <a:r>
              <a:rPr lang="es-ES" sz="1000" dirty="0">
                <a:solidFill>
                  <a:prstClr val="black"/>
                </a:solidFill>
                <a:latin typeface="Montserrat"/>
              </a:rPr>
              <a:t> </a:t>
            </a:r>
            <a:r>
              <a:rPr lang="es-ES" sz="1000" dirty="0" err="1">
                <a:solidFill>
                  <a:prstClr val="black"/>
                </a:solidFill>
                <a:latin typeface="Montserrat"/>
              </a:rPr>
              <a:t>Developer</a:t>
            </a:r>
            <a:r>
              <a:rPr lang="es-ES" sz="1000" dirty="0">
                <a:solidFill>
                  <a:prstClr val="black"/>
                </a:solidFill>
                <a:latin typeface="Montserrat"/>
              </a:rPr>
              <a:t> </a:t>
            </a:r>
            <a:r>
              <a:rPr lang="es-ES" sz="1000" dirty="0" err="1">
                <a:solidFill>
                  <a:prstClr val="black"/>
                </a:solidFill>
                <a:latin typeface="Montserrat"/>
              </a:rPr>
              <a:t>Associate</a:t>
            </a:r>
            <a:r>
              <a:rPr lang="es-ES" sz="1000" dirty="0">
                <a:solidFill>
                  <a:prstClr val="black"/>
                </a:solidFill>
                <a:latin typeface="Montserrat"/>
              </a:rPr>
              <a:t>, Microsoft </a:t>
            </a:r>
            <a:r>
              <a:rPr lang="es-ES" sz="1000" dirty="0" err="1">
                <a:solidFill>
                  <a:prstClr val="black"/>
                </a:solidFill>
                <a:latin typeface="Montserrat"/>
              </a:rPr>
              <a:t>Power</a:t>
            </a:r>
            <a:r>
              <a:rPr lang="es-ES" sz="1000" dirty="0">
                <a:solidFill>
                  <a:prstClr val="black"/>
                </a:solidFill>
                <a:latin typeface="Montserrat"/>
              </a:rPr>
              <a:t> </a:t>
            </a:r>
            <a:r>
              <a:rPr lang="es-ES" sz="1000" dirty="0" err="1">
                <a:solidFill>
                  <a:prstClr val="black"/>
                </a:solidFill>
                <a:latin typeface="Montserrat"/>
              </a:rPr>
              <a:t>Platform</a:t>
            </a:r>
            <a:r>
              <a:rPr lang="es-ES" sz="1000" dirty="0">
                <a:solidFill>
                  <a:prstClr val="black"/>
                </a:solidFill>
                <a:latin typeface="Montserrat"/>
              </a:rPr>
              <a:t> App </a:t>
            </a:r>
            <a:r>
              <a:rPr lang="es-ES" sz="1000" dirty="0" err="1">
                <a:solidFill>
                  <a:prstClr val="black"/>
                </a:solidFill>
                <a:latin typeface="Montserrat"/>
              </a:rPr>
              <a:t>Maker</a:t>
            </a:r>
            <a:r>
              <a:rPr lang="es-ES" sz="1000" dirty="0">
                <a:solidFill>
                  <a:prstClr val="black"/>
                </a:solidFill>
                <a:latin typeface="Montserrat"/>
              </a:rPr>
              <a:t> </a:t>
            </a:r>
            <a:r>
              <a:rPr lang="es-ES" sz="1000" dirty="0" err="1">
                <a:solidFill>
                  <a:prstClr val="black"/>
                </a:solidFill>
                <a:latin typeface="Montserrat"/>
              </a:rPr>
              <a:t>Associate</a:t>
            </a:r>
            <a:r>
              <a:rPr lang="es-ES" sz="1000" dirty="0">
                <a:solidFill>
                  <a:prstClr val="black"/>
                </a:solidFill>
                <a:latin typeface="Montserrat"/>
              </a:rPr>
              <a:t> , Microsoft </a:t>
            </a:r>
            <a:r>
              <a:rPr lang="es-ES" sz="1000" dirty="0" err="1">
                <a:solidFill>
                  <a:prstClr val="black"/>
                </a:solidFill>
                <a:latin typeface="Montserrat"/>
              </a:rPr>
              <a:t>Power</a:t>
            </a:r>
            <a:r>
              <a:rPr lang="es-ES" sz="1000" dirty="0">
                <a:solidFill>
                  <a:prstClr val="black"/>
                </a:solidFill>
                <a:latin typeface="Montserrat"/>
              </a:rPr>
              <a:t> </a:t>
            </a:r>
            <a:r>
              <a:rPr lang="es-ES" sz="1000" dirty="0" err="1">
                <a:solidFill>
                  <a:prstClr val="black"/>
                </a:solidFill>
                <a:latin typeface="Montserrat"/>
              </a:rPr>
              <a:t>Platform</a:t>
            </a:r>
            <a:r>
              <a:rPr lang="es-ES" sz="1000" dirty="0">
                <a:solidFill>
                  <a:prstClr val="black"/>
                </a:solidFill>
                <a:latin typeface="Montserrat"/>
              </a:rPr>
              <a:t> </a:t>
            </a:r>
            <a:r>
              <a:rPr lang="es-ES" sz="1000" dirty="0" err="1">
                <a:solidFill>
                  <a:prstClr val="black"/>
                </a:solidFill>
                <a:latin typeface="Montserrat"/>
              </a:rPr>
              <a:t>Functional</a:t>
            </a:r>
            <a:r>
              <a:rPr lang="es-ES" sz="1000" dirty="0">
                <a:solidFill>
                  <a:prstClr val="black"/>
                </a:solidFill>
                <a:latin typeface="Montserrat"/>
              </a:rPr>
              <a:t> </a:t>
            </a:r>
            <a:r>
              <a:rPr lang="es-ES" sz="1000" dirty="0" err="1">
                <a:solidFill>
                  <a:prstClr val="black"/>
                </a:solidFill>
                <a:latin typeface="Montserrat"/>
              </a:rPr>
              <a:t>Consultant</a:t>
            </a:r>
            <a:r>
              <a:rPr lang="es-ES" sz="1000" dirty="0">
                <a:solidFill>
                  <a:prstClr val="black"/>
                </a:solidFill>
                <a:latin typeface="Montserrat"/>
              </a:rPr>
              <a:t> Associate.NET Core &amp; ASP.NET Core </a:t>
            </a:r>
            <a:r>
              <a:rPr lang="es-ES" sz="1000" dirty="0" err="1">
                <a:solidFill>
                  <a:prstClr val="black"/>
                </a:solidFill>
                <a:latin typeface="Montserrat"/>
              </a:rPr>
              <a:t>Specialist</a:t>
            </a:r>
            <a:r>
              <a:rPr lang="es-ES" sz="1000" dirty="0">
                <a:solidFill>
                  <a:prstClr val="black"/>
                </a:solidFill>
                <a:latin typeface="Montserrat"/>
              </a:rPr>
              <a:t>, GitHub </a:t>
            </a:r>
            <a:r>
              <a:rPr lang="es-ES" sz="1000" dirty="0" err="1">
                <a:solidFill>
                  <a:prstClr val="black"/>
                </a:solidFill>
                <a:latin typeface="Montserrat"/>
              </a:rPr>
              <a:t>Copilot</a:t>
            </a:r>
            <a:r>
              <a:rPr lang="es-ES" sz="1000" dirty="0">
                <a:solidFill>
                  <a:prstClr val="black"/>
                </a:solidFill>
                <a:latin typeface="Montserrat"/>
              </a:rPr>
              <a:t> </a:t>
            </a:r>
            <a:r>
              <a:rPr lang="es-ES" sz="1000" dirty="0" err="1">
                <a:solidFill>
                  <a:prstClr val="black"/>
                </a:solidFill>
                <a:latin typeface="Montserrat"/>
              </a:rPr>
              <a:t>for</a:t>
            </a:r>
            <a:r>
              <a:rPr lang="es-ES" sz="1000" dirty="0">
                <a:solidFill>
                  <a:prstClr val="black"/>
                </a:solidFill>
                <a:latin typeface="Montserrat"/>
              </a:rPr>
              <a:t> Business </a:t>
            </a:r>
            <a:r>
              <a:rPr lang="es-ES" sz="1000" dirty="0" err="1">
                <a:solidFill>
                  <a:prstClr val="black"/>
                </a:solidFill>
                <a:latin typeface="Montserrat"/>
              </a:rPr>
              <a:t>Certified</a:t>
            </a:r>
            <a:r>
              <a:rPr lang="es-ES" sz="1000">
                <a:solidFill>
                  <a:prstClr val="black"/>
                </a:solidFill>
                <a:latin typeface="Montserrat"/>
              </a:rPr>
              <a:t>, etc.</a:t>
            </a:r>
            <a:endParaRPr lang="es-ES" sz="1000">
              <a:solidFill>
                <a:prstClr val="black"/>
              </a:solidFill>
              <a:latin typeface="Montserrat" panose="00000500000000000000" pitchFamily="2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1000" dirty="0">
              <a:solidFill>
                <a:prstClr val="black"/>
              </a:solidFill>
              <a:latin typeface="Montserrat" panose="00000500000000000000" pitchFamily="2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s-ES" sz="1000" dirty="0">
                <a:solidFill>
                  <a:prstClr val="black"/>
                </a:solidFill>
                <a:latin typeface="Montserrat"/>
              </a:rPr>
              <a:t>I</a:t>
            </a: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</a:rPr>
              <a:t>mparte formación, </a:t>
            </a:r>
            <a:r>
              <a:rPr lang="es-ES" sz="1000" dirty="0">
                <a:solidFill>
                  <a:prstClr val="black"/>
                </a:solidFill>
                <a:latin typeface="Montserrat"/>
              </a:rPr>
              <a:t>entre </a:t>
            </a: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</a:rPr>
              <a:t>otras tecnologías, en  Microsoft </a:t>
            </a:r>
            <a:r>
              <a:rPr kumimoji="0" lang="es-E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</a:rPr>
              <a:t>.Net</a:t>
            </a: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</a:rPr>
              <a:t> Core , </a:t>
            </a:r>
            <a:r>
              <a:rPr lang="es-ES" sz="1000" dirty="0" err="1">
                <a:solidFill>
                  <a:prstClr val="black"/>
                </a:solidFill>
                <a:latin typeface="Montserrat"/>
              </a:rPr>
              <a:t>.</a:t>
            </a:r>
            <a:r>
              <a:rPr kumimoji="0" lang="es-E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</a:rPr>
              <a:t>Net</a:t>
            </a: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</a:rPr>
              <a:t> Microsoft Azure, Microsoft 365 especialmente centrado en la </a:t>
            </a:r>
            <a:r>
              <a:rPr kumimoji="0" lang="es-E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</a:rPr>
              <a:t>Power</a:t>
            </a: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</a:rPr>
              <a:t> </a:t>
            </a:r>
            <a:r>
              <a:rPr kumimoji="0" lang="es-E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</a:rPr>
              <a:t>Platform</a:t>
            </a: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</a:rPr>
              <a:t>, </a:t>
            </a:r>
            <a:r>
              <a:rPr kumimoji="0" lang="es-E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</a:rPr>
              <a:t>Asp.Net</a:t>
            </a: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</a:rPr>
              <a:t> Core, Web API Core</a:t>
            </a:r>
            <a:r>
              <a:rPr lang="es-ES" sz="1000" dirty="0">
                <a:solidFill>
                  <a:prstClr val="black"/>
                </a:solidFill>
                <a:latin typeface="Montserrat"/>
              </a:rPr>
              <a:t>, </a:t>
            </a: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</a:rPr>
              <a:t> Web API 2, Visual Studio, Azure DevOps, Azure, </a:t>
            </a:r>
            <a:r>
              <a:rPr kumimoji="0" lang="es-E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</a:rPr>
              <a:t>Xamarin</a:t>
            </a: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</a:rPr>
              <a:t>, WPF, </a:t>
            </a:r>
            <a:r>
              <a:rPr kumimoji="0" lang="es-E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</a:rPr>
              <a:t>Entity</a:t>
            </a: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</a:rPr>
              <a:t> Framework, JQuery, Angular HTML5 / CSS3 / JavaScript, </a:t>
            </a:r>
            <a:r>
              <a:rPr kumimoji="0" lang="es-E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</a:rPr>
              <a:t>Blazor</a:t>
            </a: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</a:rPr>
              <a:t>, </a:t>
            </a:r>
            <a:r>
              <a:rPr kumimoji="0" lang="es-E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</a:rPr>
              <a:t>Power</a:t>
            </a: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</a:rPr>
              <a:t> Apps / </a:t>
            </a:r>
            <a:r>
              <a:rPr kumimoji="0" lang="es-E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</a:rPr>
              <a:t>Power</a:t>
            </a: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</a:rPr>
              <a:t> </a:t>
            </a:r>
            <a:r>
              <a:rPr kumimoji="0" lang="es-E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</a:rPr>
              <a:t>Automate</a:t>
            </a: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</a:rPr>
              <a:t> / </a:t>
            </a:r>
            <a:r>
              <a:rPr kumimoji="0" lang="es-E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</a:rPr>
              <a:t>Power</a:t>
            </a: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</a:rPr>
              <a:t> BI,</a:t>
            </a:r>
            <a:r>
              <a:rPr lang="es-ES" sz="1000" dirty="0">
                <a:solidFill>
                  <a:prstClr val="black"/>
                </a:solidFill>
                <a:latin typeface="Montserrat"/>
              </a:rPr>
              <a:t> IA (</a:t>
            </a:r>
            <a:r>
              <a:rPr lang="es-ES" sz="1000" dirty="0" err="1">
                <a:solidFill>
                  <a:prstClr val="black"/>
                </a:solidFill>
                <a:latin typeface="Montserrat"/>
              </a:rPr>
              <a:t>Lovable</a:t>
            </a:r>
            <a:r>
              <a:rPr lang="es-ES" sz="1000" dirty="0">
                <a:solidFill>
                  <a:prstClr val="black"/>
                </a:solidFill>
                <a:latin typeface="Montserrat"/>
              </a:rPr>
              <a:t>, </a:t>
            </a:r>
            <a:r>
              <a:rPr lang="es-ES" sz="1000" dirty="0" err="1">
                <a:solidFill>
                  <a:prstClr val="black"/>
                </a:solidFill>
                <a:latin typeface="Montserrat"/>
              </a:rPr>
              <a:t>ChatGpt</a:t>
            </a:r>
            <a:r>
              <a:rPr lang="es-ES" sz="1000" dirty="0">
                <a:solidFill>
                  <a:prstClr val="black"/>
                </a:solidFill>
                <a:latin typeface="Montserrat"/>
              </a:rPr>
              <a:t>, </a:t>
            </a:r>
            <a:r>
              <a:rPr lang="es-ES" sz="1000" dirty="0" err="1">
                <a:solidFill>
                  <a:prstClr val="black"/>
                </a:solidFill>
                <a:latin typeface="Montserrat"/>
              </a:rPr>
              <a:t>Copilot</a:t>
            </a:r>
            <a:r>
              <a:rPr lang="es-ES" sz="1000" dirty="0">
                <a:solidFill>
                  <a:prstClr val="black"/>
                </a:solidFill>
                <a:latin typeface="Montserrat"/>
              </a:rPr>
              <a:t>, GitHub </a:t>
            </a:r>
            <a:r>
              <a:rPr lang="es-ES" sz="1000">
                <a:solidFill>
                  <a:prstClr val="black"/>
                </a:solidFill>
                <a:latin typeface="Montserrat"/>
              </a:rPr>
              <a:t>Copilot).</a:t>
            </a:r>
            <a:endParaRPr lang="es-ES" sz="1000">
              <a:solidFill>
                <a:prstClr val="black"/>
              </a:solidFill>
              <a:latin typeface="Montserrat"/>
              <a:ea typeface="+mn-lt"/>
              <a:cs typeface="+mn-lt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9" name="TextBox 2">
            <a:hlinkClick r:id="rId4" action="ppaction://hlinksldjump"/>
            <a:extLst>
              <a:ext uri="{FF2B5EF4-FFF2-40B4-BE49-F238E27FC236}">
                <a16:creationId xmlns:a16="http://schemas.microsoft.com/office/drawing/2014/main" id="{168AF62E-B9E5-B04D-BE14-0C63DF4BAE22}"/>
              </a:ext>
            </a:extLst>
          </p:cNvPr>
          <p:cNvSpPr txBox="1"/>
          <p:nvPr/>
        </p:nvSpPr>
        <p:spPr>
          <a:xfrm>
            <a:off x="11077040" y="6584734"/>
            <a:ext cx="10567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71C31"/>
                </a:solidFill>
                <a:effectLst/>
                <a:uLnTx/>
                <a:uFillTx/>
                <a:latin typeface="Montserrat" panose="00000500000000000000" pitchFamily="50" charset="0"/>
                <a:ea typeface="+mn-ea"/>
                <a:cs typeface="+mn-cs"/>
              </a:rPr>
              <a:t>Volver</a:t>
            </a:r>
            <a:r>
              <a:rPr kumimoji="0" lang="en-ID" sz="900" b="0" i="0" u="none" strike="noStrike" kern="1200" cap="none" spc="0" normalizeH="0" baseline="0" noProof="0" dirty="0">
                <a:ln>
                  <a:noFill/>
                </a:ln>
                <a:solidFill>
                  <a:srgbClr val="071C31"/>
                </a:solidFill>
                <a:effectLst/>
                <a:uLnTx/>
                <a:uFillTx/>
                <a:latin typeface="Montserrat" panose="00000500000000000000" pitchFamily="50" charset="0"/>
                <a:ea typeface="+mn-ea"/>
                <a:cs typeface="+mn-cs"/>
              </a:rPr>
              <a:t> al </a:t>
            </a:r>
            <a:r>
              <a:rPr kumimoji="0" lang="en-ID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71C31"/>
                </a:solidFill>
                <a:effectLst/>
                <a:uLnTx/>
                <a:uFillTx/>
                <a:latin typeface="Montserrat" panose="00000500000000000000" pitchFamily="50" charset="0"/>
                <a:ea typeface="+mn-ea"/>
                <a:cs typeface="+mn-cs"/>
              </a:rPr>
              <a:t>índice</a:t>
            </a:r>
            <a:endParaRPr kumimoji="0" lang="en-ID" sz="2400" b="0" i="0" u="none" strike="noStrike" kern="1200" cap="none" spc="0" normalizeH="0" baseline="0" noProof="0" dirty="0">
              <a:ln>
                <a:noFill/>
              </a:ln>
              <a:solidFill>
                <a:srgbClr val="071C31"/>
              </a:solidFill>
              <a:effectLst/>
              <a:uLnTx/>
              <a:uFillTx/>
              <a:latin typeface="Montserrat" panose="00000500000000000000" pitchFamily="50" charset="0"/>
              <a:ea typeface="+mn-ea"/>
              <a:cs typeface="+mn-cs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8959F10-0A2B-661F-13B2-B688119D4E1D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464713" y="6283368"/>
            <a:ext cx="219475" cy="256054"/>
          </a:xfrm>
          <a:prstGeom prst="rect">
            <a:avLst/>
          </a:prstGeom>
          <a:ln>
            <a:solidFill>
              <a:srgbClr val="024253"/>
            </a:solidFill>
          </a:ln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039F7B55-2201-D765-8329-F57E6523C459}"/>
              </a:ext>
            </a:extLst>
          </p:cNvPr>
          <p:cNvSpPr txBox="1"/>
          <p:nvPr/>
        </p:nvSpPr>
        <p:spPr>
          <a:xfrm>
            <a:off x="5684188" y="6323886"/>
            <a:ext cx="171333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ＭＳ Ｐゴシック"/>
                <a:cs typeface="+mn-cs"/>
              </a:rPr>
              <a:t>training@iconotc.com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F13814C-5E4E-8049-A3A8-C485452128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0057" y="1109378"/>
            <a:ext cx="1473161" cy="17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056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1">
            <a:extLst>
              <a:ext uri="{FF2B5EF4-FFF2-40B4-BE49-F238E27FC236}">
                <a16:creationId xmlns:a16="http://schemas.microsoft.com/office/drawing/2014/main" id="{EDA1DE54-B81A-B24A-8D63-8A3AFE7BC04C}"/>
              </a:ext>
            </a:extLst>
          </p:cNvPr>
          <p:cNvSpPr/>
          <p:nvPr/>
        </p:nvSpPr>
        <p:spPr>
          <a:xfrm>
            <a:off x="5990602" y="0"/>
            <a:ext cx="6201398" cy="904875"/>
          </a:xfrm>
          <a:prstGeom prst="rect">
            <a:avLst/>
          </a:prstGeom>
          <a:gradFill flip="none" rotWithShape="1">
            <a:gsLst>
              <a:gs pos="1000">
                <a:srgbClr val="071C31"/>
              </a:gs>
              <a:gs pos="100000">
                <a:srgbClr val="071C31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A75AFD99-B210-B248-9E4C-D53F110C3F9F}"/>
              </a:ext>
            </a:extLst>
          </p:cNvPr>
          <p:cNvSpPr/>
          <p:nvPr/>
        </p:nvSpPr>
        <p:spPr>
          <a:xfrm>
            <a:off x="0" y="0"/>
            <a:ext cx="5990602" cy="904875"/>
          </a:xfrm>
          <a:prstGeom prst="rect">
            <a:avLst/>
          </a:prstGeom>
          <a:solidFill>
            <a:srgbClr val="071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733" y="139398"/>
            <a:ext cx="1069383" cy="635305"/>
          </a:xfrm>
          <a:prstGeom prst="rect">
            <a:avLst/>
          </a:prstGeom>
        </p:spPr>
      </p:pic>
      <p:sp>
        <p:nvSpPr>
          <p:cNvPr id="18" name="Rectangle 11">
            <a:extLst>
              <a:ext uri="{FF2B5EF4-FFF2-40B4-BE49-F238E27FC236}">
                <a16:creationId xmlns:a16="http://schemas.microsoft.com/office/drawing/2014/main" id="{EDA1DE54-B81A-B24A-8D63-8A3AFE7BC04C}"/>
              </a:ext>
            </a:extLst>
          </p:cNvPr>
          <p:cNvSpPr/>
          <p:nvPr/>
        </p:nvSpPr>
        <p:spPr>
          <a:xfrm>
            <a:off x="-2" y="6549267"/>
            <a:ext cx="12192001" cy="308733"/>
          </a:xfrm>
          <a:prstGeom prst="rect">
            <a:avLst/>
          </a:prstGeom>
          <a:gradFill flip="none" rotWithShape="1">
            <a:gsLst>
              <a:gs pos="20000">
                <a:srgbClr val="071C31"/>
              </a:gs>
              <a:gs pos="100000">
                <a:srgbClr val="071C31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17">
            <a:extLst>
              <a:ext uri="{FF2B5EF4-FFF2-40B4-BE49-F238E27FC236}">
                <a16:creationId xmlns:a16="http://schemas.microsoft.com/office/drawing/2014/main" id="{B325FED4-670A-E74D-B218-81E0314509C0}"/>
              </a:ext>
            </a:extLst>
          </p:cNvPr>
          <p:cNvSpPr txBox="1"/>
          <p:nvPr/>
        </p:nvSpPr>
        <p:spPr>
          <a:xfrm>
            <a:off x="2166750" y="194762"/>
            <a:ext cx="7647703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 dirty="0">
                <a:solidFill>
                  <a:srgbClr val="A2BD3D"/>
                </a:solidFill>
                <a:latin typeface="Montserrat ExtraBold" panose="00000900000000000000" pitchFamily="50" charset="0"/>
              </a:rPr>
              <a:t>Copilot y GitHub Copilot</a:t>
            </a:r>
          </a:p>
        </p:txBody>
      </p:sp>
      <p:cxnSp>
        <p:nvCxnSpPr>
          <p:cNvPr id="24" name="Straight Connector 18">
            <a:extLst>
              <a:ext uri="{FF2B5EF4-FFF2-40B4-BE49-F238E27FC236}">
                <a16:creationId xmlns:a16="http://schemas.microsoft.com/office/drawing/2014/main" id="{ECABA407-7A8B-4947-B08D-93E47667B546}"/>
              </a:ext>
            </a:extLst>
          </p:cNvPr>
          <p:cNvCxnSpPr>
            <a:cxnSpLocks/>
          </p:cNvCxnSpPr>
          <p:nvPr/>
        </p:nvCxnSpPr>
        <p:spPr>
          <a:xfrm>
            <a:off x="1708726" y="194762"/>
            <a:ext cx="0" cy="48673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5DCB531-291E-268E-4BF4-F50F98D01605}"/>
              </a:ext>
            </a:extLst>
          </p:cNvPr>
          <p:cNvSpPr txBox="1">
            <a:spLocks/>
          </p:cNvSpPr>
          <p:nvPr/>
        </p:nvSpPr>
        <p:spPr>
          <a:xfrm>
            <a:off x="526354" y="1009899"/>
            <a:ext cx="10415965" cy="555025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755934" rtl="0" eaLnBrk="1" latinLnBrk="0" hangingPunct="1">
              <a:lnSpc>
                <a:spcPct val="90000"/>
              </a:lnSpc>
              <a:spcBef>
                <a:spcPts val="827"/>
              </a:spcBef>
              <a:buFont typeface="Arial" panose="020B0604020202020204" pitchFamily="34" charset="0"/>
              <a:buNone/>
              <a:defRPr sz="2000" b="1" kern="1200">
                <a:solidFill>
                  <a:srgbClr val="2D77B1"/>
                </a:solidFill>
                <a:latin typeface="+mn-lt"/>
                <a:ea typeface="+mn-ea"/>
                <a:cs typeface="+mn-cs"/>
              </a:defRPr>
            </a:lvl1pPr>
            <a:lvl2pPr marL="566951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44918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2885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0853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8820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56787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34754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12722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ES" sz="1000" b="1" kern="1200" dirty="0">
                <a:solidFill>
                  <a:srgbClr val="2D77B1"/>
                </a:solidFill>
                <a:latin typeface="Montserrat" panose="00000500000000000000" pitchFamily="2" charset="0"/>
              </a:rPr>
              <a:t>❑ </a:t>
            </a:r>
            <a:r>
              <a:rPr lang="es-ES" sz="1000" b="1" dirty="0">
                <a:solidFill>
                  <a:schemeClr val="tx1"/>
                </a:solidFill>
                <a:latin typeface="Montserrat" panose="00000500000000000000" pitchFamily="2" charset="0"/>
              </a:rPr>
              <a:t>Duración:</a:t>
            </a:r>
            <a:r>
              <a:rPr lang="es-ES" sz="1000" b="1" baseline="0" dirty="0">
                <a:solidFill>
                  <a:schemeClr val="tx1"/>
                </a:solidFill>
                <a:latin typeface="Montserrat" panose="00000500000000000000" pitchFamily="2" charset="0"/>
              </a:rPr>
              <a:t> </a:t>
            </a:r>
            <a:r>
              <a:rPr lang="es-ES" sz="1000" b="0" dirty="0">
                <a:solidFill>
                  <a:schemeClr val="tx1"/>
                </a:solidFill>
                <a:latin typeface="Montserrat" panose="00000500000000000000" pitchFamily="2" charset="0"/>
              </a:rPr>
              <a:t>20 horas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ES" sz="1000" b="1" kern="1200" dirty="0">
                <a:solidFill>
                  <a:srgbClr val="2D77B1"/>
                </a:solidFill>
                <a:latin typeface="Montserrat" panose="00000500000000000000" pitchFamily="2" charset="0"/>
              </a:rPr>
              <a:t>❑ </a:t>
            </a:r>
            <a:r>
              <a:rPr lang="es-ES" sz="1000" b="1" dirty="0">
                <a:solidFill>
                  <a:schemeClr val="tx1"/>
                </a:solidFill>
                <a:latin typeface="Montserrat" panose="00000500000000000000" pitchFamily="2" charset="0"/>
              </a:rPr>
              <a:t>Modalidad:</a:t>
            </a:r>
            <a:r>
              <a:rPr lang="es-ES" sz="1000" b="0" dirty="0">
                <a:solidFill>
                  <a:schemeClr val="tx1"/>
                </a:solidFill>
                <a:latin typeface="Montserrat" panose="00000500000000000000" pitchFamily="2" charset="0"/>
              </a:rPr>
              <a:t> Aula Virtual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ES" sz="1000" b="1" kern="1200" dirty="0">
                <a:solidFill>
                  <a:srgbClr val="2D77B1"/>
                </a:solidFill>
                <a:latin typeface="Montserrat" panose="00000500000000000000" pitchFamily="2" charset="0"/>
              </a:rPr>
              <a:t>❑ </a:t>
            </a:r>
            <a:r>
              <a:rPr lang="es-ES" sz="1000" b="1" dirty="0">
                <a:solidFill>
                  <a:schemeClr val="tx1"/>
                </a:solidFill>
                <a:latin typeface="Montserrat" panose="00000500000000000000" pitchFamily="2" charset="0"/>
              </a:rPr>
              <a:t>Fechas/Horario</a:t>
            </a:r>
            <a:r>
              <a:rPr lang="es-ES" sz="1000" kern="1200" dirty="0">
                <a:solidFill>
                  <a:schemeClr val="tx1"/>
                </a:solidFill>
                <a:latin typeface="Montserrat" panose="00000500000000000000" pitchFamily="2" charset="0"/>
              </a:rPr>
              <a:t>:</a:t>
            </a:r>
            <a:endParaRPr lang="es-ES" sz="1000" b="0" kern="12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ES" sz="1000" b="1" i="0" u="none" strike="noStrike" dirty="0">
                <a:effectLst/>
                <a:latin typeface="Montserrat"/>
              </a:rPr>
              <a:t>●</a:t>
            </a:r>
            <a:r>
              <a:rPr lang="es-ES" sz="1000" b="1" i="0" u="none" strike="noStrike" dirty="0">
                <a:solidFill>
                  <a:srgbClr val="2D77B1"/>
                </a:solidFill>
                <a:effectLst/>
                <a:latin typeface="Montserrat"/>
              </a:rPr>
              <a:t> </a:t>
            </a:r>
            <a:r>
              <a:rPr lang="es-ES" sz="1000" b="0" dirty="0">
                <a:solidFill>
                  <a:schemeClr val="tx1"/>
                </a:solidFill>
                <a:latin typeface="Montserrat"/>
              </a:rPr>
              <a:t>Días 14, 15, 16 y 17  Septiembre  2026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ES" sz="1000" b="1" i="0" u="none" strike="noStrike" dirty="0">
                <a:solidFill>
                  <a:srgbClr val="2D77B1"/>
                </a:solidFill>
                <a:effectLst/>
                <a:latin typeface="Montserrat"/>
              </a:rPr>
              <a:t>● </a:t>
            </a:r>
            <a:r>
              <a:rPr lang="es-ES" sz="1000" b="0" i="0" u="none" strike="noStrike" dirty="0">
                <a:solidFill>
                  <a:schemeClr val="tx1"/>
                </a:solidFill>
                <a:effectLst/>
                <a:latin typeface="Montserrat"/>
              </a:rPr>
              <a:t>Horario </a:t>
            </a:r>
            <a:r>
              <a:rPr lang="es-ES" sz="1000" b="0" dirty="0">
                <a:solidFill>
                  <a:schemeClr val="tx1"/>
                </a:solidFill>
                <a:latin typeface="Montserrat"/>
              </a:rPr>
              <a:t>9</a:t>
            </a:r>
            <a:r>
              <a:rPr lang="es-ES" sz="1000" b="0" i="0" u="none" strike="noStrike" dirty="0">
                <a:solidFill>
                  <a:schemeClr val="tx1"/>
                </a:solidFill>
                <a:effectLst/>
                <a:latin typeface="Montserrat"/>
              </a:rPr>
              <a:t>:00 – 14:00 hs.</a:t>
            </a:r>
            <a:endParaRPr lang="es-ES" sz="1000" b="0" dirty="0">
              <a:solidFill>
                <a:schemeClr val="tx1"/>
              </a:solidFill>
              <a:latin typeface="Montserrat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ES" sz="1000" b="1" kern="1200" dirty="0">
                <a:solidFill>
                  <a:srgbClr val="2D77B1"/>
                </a:solidFill>
                <a:latin typeface="Montserrat" panose="00000500000000000000" pitchFamily="2" charset="0"/>
              </a:rPr>
              <a:t>❑ </a:t>
            </a:r>
            <a:r>
              <a:rPr lang="es-ES" sz="1000" b="1" dirty="0">
                <a:solidFill>
                  <a:schemeClr val="tx1"/>
                </a:solidFill>
                <a:latin typeface="Montserrat" panose="00000500000000000000" pitchFamily="2" charset="0"/>
              </a:rPr>
              <a:t>Contenidos: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 b="1" kern="1200" dirty="0">
                <a:solidFill>
                  <a:srgbClr val="2D77B1"/>
                </a:solidFill>
                <a:latin typeface="Montserrat"/>
              </a:rPr>
              <a:t>● </a:t>
            </a:r>
            <a:r>
              <a:rPr lang="es-ES" sz="1000" b="0" kern="1200" dirty="0">
                <a:solidFill>
                  <a:schemeClr val="tx1"/>
                </a:solidFill>
                <a:latin typeface="Montserrat"/>
              </a:rPr>
              <a:t>Introducción a Copilot y a la IA Generativa.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 b="0" kern="1200" dirty="0">
                <a:solidFill>
                  <a:schemeClr val="tx1"/>
                </a:solidFill>
                <a:latin typeface="Montserrat"/>
              </a:rPr>
              <a:t>	Qué es Copilot y cómo funciona (modelos, arquitectura, privacidad).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 b="0" kern="1200" dirty="0">
                <a:solidFill>
                  <a:schemeClr val="tx1"/>
                </a:solidFill>
                <a:latin typeface="Montserrat"/>
              </a:rPr>
              <a:t>	Diferencias entre GitHub Copilot, Microsoft Copilot y Copilot Studio.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 b="0" kern="1200" dirty="0">
                <a:solidFill>
                  <a:schemeClr val="tx1"/>
                </a:solidFill>
                <a:latin typeface="Montserrat"/>
              </a:rPr>
              <a:t>	Casos de uso: desarrollo, productividad, automatización, análisis.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 b="0" kern="1200" dirty="0">
                <a:latin typeface="Montserrat"/>
              </a:rPr>
              <a:t>●</a:t>
            </a:r>
            <a:r>
              <a:rPr lang="es-ES" sz="1000" b="0" kern="1200" dirty="0">
                <a:solidFill>
                  <a:schemeClr val="tx1"/>
                </a:solidFill>
                <a:latin typeface="Montserrat"/>
              </a:rPr>
              <a:t> GitHub Copilot para Desarrollo.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 b="0" kern="1200" dirty="0">
                <a:solidFill>
                  <a:schemeClr val="tx1"/>
                </a:solidFill>
                <a:latin typeface="Montserrat"/>
              </a:rPr>
              <a:t>	Activación y configuración en VS Code / JetBrains.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 b="0" kern="1200" dirty="0">
                <a:solidFill>
                  <a:schemeClr val="tx1"/>
                </a:solidFill>
                <a:latin typeface="Montserrat"/>
              </a:rPr>
              <a:t>	Prompting para programadores: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 b="0" kern="1200" dirty="0">
                <a:solidFill>
                  <a:schemeClr val="tx1"/>
                </a:solidFill>
                <a:latin typeface="Montserrat"/>
              </a:rPr>
              <a:t>		Generar funciones.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 b="0" kern="1200" dirty="0">
                <a:solidFill>
                  <a:schemeClr val="tx1"/>
                </a:solidFill>
                <a:latin typeface="Montserrat"/>
              </a:rPr>
              <a:t>		Documentar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 b="0" kern="1200" dirty="0">
                <a:solidFill>
                  <a:schemeClr val="tx1"/>
                </a:solidFill>
                <a:latin typeface="Montserrat"/>
              </a:rPr>
              <a:t>		Refactorizar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 b="0" kern="1200" dirty="0">
                <a:solidFill>
                  <a:schemeClr val="tx1"/>
                </a:solidFill>
                <a:latin typeface="Montserrat"/>
              </a:rPr>
              <a:t>                        Escribir test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 b="0" kern="1200" dirty="0">
                <a:solidFill>
                  <a:schemeClr val="tx1"/>
                </a:solidFill>
                <a:latin typeface="Montserrat"/>
              </a:rPr>
              <a:t>		Detectar bugs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 b="0" kern="1200" dirty="0">
                <a:solidFill>
                  <a:schemeClr val="tx1"/>
                </a:solidFill>
                <a:latin typeface="Montserrat"/>
              </a:rPr>
              <a:t>	Copilot Chat: conversaciones contextuales sobre el código.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 b="0" kern="1200" dirty="0">
                <a:solidFill>
                  <a:schemeClr val="tx1"/>
                </a:solidFill>
                <a:latin typeface="Montserrat"/>
              </a:rPr>
              <a:t>	Buenas prácticas: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 b="0" kern="1200" dirty="0">
                <a:solidFill>
                  <a:schemeClr val="tx1"/>
                </a:solidFill>
                <a:latin typeface="Montserrat"/>
              </a:rPr>
              <a:t>		Estructuras de prompts.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 b="0" kern="1200" dirty="0">
                <a:solidFill>
                  <a:schemeClr val="tx1"/>
                </a:solidFill>
                <a:latin typeface="Montserrat"/>
              </a:rPr>
              <a:t>		Mantener código generado.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 b="0" kern="1200" dirty="0">
                <a:solidFill>
                  <a:schemeClr val="tx1"/>
                </a:solidFill>
                <a:latin typeface="Montserrat"/>
              </a:rPr>
              <a:t>		Revisar código generado.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 b="0" kern="1200" dirty="0">
                <a:solidFill>
                  <a:schemeClr val="tx1"/>
                </a:solidFill>
                <a:latin typeface="Montserrat"/>
              </a:rPr>
              <a:t>		</a:t>
            </a:r>
            <a:r>
              <a:rPr lang="es-ES" sz="1000" b="0" dirty="0">
                <a:solidFill>
                  <a:schemeClr val="tx1"/>
                </a:solidFill>
                <a:latin typeface="Montserrat"/>
              </a:rPr>
              <a:t>Limitaciones y consideraciones éticas.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endParaRPr lang="es-ES" sz="1000" b="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566420" lvl="1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s-ES" sz="1000" dirty="0">
                <a:latin typeface="Montserrat"/>
              </a:rPr>
              <a:t>	</a:t>
            </a:r>
            <a:endParaRPr lang="es-ES" sz="1000" b="0" dirty="0">
              <a:solidFill>
                <a:schemeClr val="tx1"/>
              </a:solidFill>
              <a:latin typeface="Montserrat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C94C330-BF8D-0369-8637-7BA03CF254AA}"/>
              </a:ext>
            </a:extLst>
          </p:cNvPr>
          <p:cNvSpPr txBox="1"/>
          <p:nvPr/>
        </p:nvSpPr>
        <p:spPr>
          <a:xfrm>
            <a:off x="6094850" y="2355576"/>
            <a:ext cx="5547359" cy="44521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 dirty="0">
                <a:solidFill>
                  <a:srgbClr val="2D77B1"/>
                </a:solidFill>
                <a:latin typeface="Montserrat"/>
              </a:rPr>
              <a:t>● </a:t>
            </a:r>
            <a:r>
              <a:rPr lang="es-ES" sz="1000" dirty="0">
                <a:latin typeface="Montserrat"/>
              </a:rPr>
              <a:t>GitHub </a:t>
            </a:r>
            <a:r>
              <a:rPr lang="es-ES" sz="1000" dirty="0" err="1">
                <a:latin typeface="Montserrat"/>
              </a:rPr>
              <a:t>Copilot</a:t>
            </a:r>
            <a:r>
              <a:rPr lang="es-ES" sz="1000" dirty="0">
                <a:latin typeface="Montserrat"/>
              </a:rPr>
              <a:t> Avanzado.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 dirty="0">
                <a:latin typeface="Montserrat"/>
              </a:rPr>
              <a:t>	Generación de proyectos complejos.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 dirty="0">
                <a:latin typeface="Montserrat"/>
              </a:rPr>
              <a:t>	</a:t>
            </a:r>
            <a:r>
              <a:rPr lang="es-ES" sz="1000" dirty="0" err="1">
                <a:latin typeface="Montserrat"/>
              </a:rPr>
              <a:t>Copilot</a:t>
            </a:r>
            <a:r>
              <a:rPr lang="es-ES" sz="1000" dirty="0">
                <a:latin typeface="Montserrat"/>
              </a:rPr>
              <a:t> para infraestructura (</a:t>
            </a:r>
            <a:r>
              <a:rPr lang="es-ES" sz="1000" dirty="0" err="1">
                <a:latin typeface="Montserrat"/>
              </a:rPr>
              <a:t>IaC</a:t>
            </a:r>
            <a:r>
              <a:rPr lang="es-ES" sz="1000" dirty="0">
                <a:latin typeface="Montserrat"/>
              </a:rPr>
              <a:t>): </a:t>
            </a:r>
            <a:r>
              <a:rPr lang="es-ES" sz="1000" dirty="0" err="1">
                <a:latin typeface="Montserrat"/>
              </a:rPr>
              <a:t>Terraform</a:t>
            </a:r>
            <a:r>
              <a:rPr lang="es-ES" sz="1000" dirty="0">
                <a:latin typeface="Montserrat"/>
              </a:rPr>
              <a:t>, </a:t>
            </a:r>
            <a:r>
              <a:rPr lang="es-ES" sz="1000" dirty="0" err="1">
                <a:latin typeface="Montserrat"/>
              </a:rPr>
              <a:t>Bicep</a:t>
            </a:r>
            <a:r>
              <a:rPr lang="es-ES" sz="1000" dirty="0">
                <a:latin typeface="Montserrat"/>
              </a:rPr>
              <a:t>, Docker.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 dirty="0">
                <a:latin typeface="Montserrat"/>
              </a:rPr>
              <a:t>	Integración con </a:t>
            </a:r>
            <a:r>
              <a:rPr lang="es-ES" sz="1000" dirty="0" err="1">
                <a:latin typeface="Montserrat"/>
              </a:rPr>
              <a:t>APIs</a:t>
            </a:r>
            <a:r>
              <a:rPr lang="es-ES" sz="1000" dirty="0">
                <a:latin typeface="Montserrat"/>
              </a:rPr>
              <a:t> y microservicios.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 dirty="0">
                <a:latin typeface="Montserrat"/>
              </a:rPr>
              <a:t>	</a:t>
            </a:r>
            <a:r>
              <a:rPr lang="es-ES" sz="1000" dirty="0" err="1">
                <a:latin typeface="Montserrat"/>
              </a:rPr>
              <a:t>Copilot</a:t>
            </a:r>
            <a:r>
              <a:rPr lang="es-ES" sz="1000" dirty="0">
                <a:latin typeface="Montserrat"/>
              </a:rPr>
              <a:t> + GitHub </a:t>
            </a:r>
            <a:r>
              <a:rPr lang="es-ES" sz="1000" dirty="0" err="1">
                <a:latin typeface="Montserrat"/>
              </a:rPr>
              <a:t>Actions</a:t>
            </a:r>
            <a:r>
              <a:rPr lang="es-ES" sz="1000" dirty="0">
                <a:latin typeface="Montserrat"/>
              </a:rPr>
              <a:t> para crear CI/CD  automatizado.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 dirty="0">
                <a:latin typeface="Montserrat"/>
              </a:rPr>
              <a:t>	</a:t>
            </a:r>
            <a:r>
              <a:rPr lang="es-ES" sz="1000" dirty="0" err="1">
                <a:latin typeface="Montserrat"/>
              </a:rPr>
              <a:t>Pair</a:t>
            </a:r>
            <a:r>
              <a:rPr lang="es-ES" sz="1000" dirty="0">
                <a:latin typeface="Montserrat"/>
              </a:rPr>
              <a:t> </a:t>
            </a:r>
            <a:r>
              <a:rPr lang="es-ES" sz="1000" dirty="0" err="1">
                <a:latin typeface="Montserrat"/>
              </a:rPr>
              <a:t>programming</a:t>
            </a:r>
            <a:r>
              <a:rPr lang="es-ES" sz="1000" dirty="0">
                <a:latin typeface="Montserrat"/>
              </a:rPr>
              <a:t> con IA: flujos y estrategias. 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 dirty="0">
                <a:solidFill>
                  <a:srgbClr val="2D77B1"/>
                </a:solidFill>
                <a:latin typeface="Montserrat"/>
              </a:rPr>
              <a:t>●</a:t>
            </a:r>
            <a:r>
              <a:rPr lang="es-ES" sz="1000" dirty="0">
                <a:latin typeface="Montserrat"/>
              </a:rPr>
              <a:t> Microsoft </a:t>
            </a:r>
            <a:r>
              <a:rPr lang="es-ES" sz="1000" dirty="0" err="1">
                <a:latin typeface="Montserrat"/>
              </a:rPr>
              <a:t>Copilot</a:t>
            </a:r>
            <a:r>
              <a:rPr lang="es-ES" sz="1000" dirty="0">
                <a:latin typeface="Montserrat"/>
              </a:rPr>
              <a:t> en la Productividad.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 dirty="0">
                <a:latin typeface="Montserrat"/>
              </a:rPr>
              <a:t>	</a:t>
            </a:r>
            <a:r>
              <a:rPr lang="es-ES" sz="1000" dirty="0" err="1">
                <a:latin typeface="Montserrat"/>
              </a:rPr>
              <a:t>Copilot</a:t>
            </a:r>
            <a:r>
              <a:rPr lang="es-ES" sz="1000" dirty="0">
                <a:latin typeface="Montserrat"/>
              </a:rPr>
              <a:t> en Edge y Windows 11/12: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 dirty="0">
                <a:latin typeface="Montserrat"/>
              </a:rPr>
              <a:t>		Búsqueda inteligente.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 dirty="0">
                <a:latin typeface="Montserrat"/>
              </a:rPr>
              <a:t>		Generación de contenido.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 dirty="0">
                <a:latin typeface="Montserrat"/>
              </a:rPr>
              <a:t>		Modificación de archivos.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 dirty="0">
                <a:latin typeface="Montserrat"/>
              </a:rPr>
              <a:t>		Automatización básica.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 dirty="0">
                <a:latin typeface="Montserrat"/>
              </a:rPr>
              <a:t>	</a:t>
            </a:r>
            <a:r>
              <a:rPr lang="es-ES" sz="1000" dirty="0" err="1">
                <a:latin typeface="Montserrat"/>
              </a:rPr>
              <a:t>Copilot</a:t>
            </a:r>
            <a:r>
              <a:rPr lang="es-ES" sz="1000" dirty="0">
                <a:latin typeface="Montserrat"/>
              </a:rPr>
              <a:t> en Word, Excel, PowerPoint y Outlook: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 dirty="0">
                <a:latin typeface="Montserrat"/>
              </a:rPr>
              <a:t>		Resúmenes.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 dirty="0">
                <a:latin typeface="Montserrat"/>
              </a:rPr>
              <a:t>		Análisis avanzados.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 dirty="0">
                <a:latin typeface="Montserrat"/>
              </a:rPr>
              <a:t>		Transformación de documentos.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 dirty="0">
                <a:latin typeface="Montserrat"/>
              </a:rPr>
              <a:t>		Generación automática de presentaciones.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 dirty="0">
                <a:latin typeface="Montserrat"/>
              </a:rPr>
              <a:t>	</a:t>
            </a:r>
            <a:r>
              <a:rPr lang="es-ES" sz="1000" dirty="0" err="1">
                <a:latin typeface="Montserrat"/>
              </a:rPr>
              <a:t>Copilot</a:t>
            </a:r>
            <a:r>
              <a:rPr lang="es-ES" sz="1000" dirty="0">
                <a:latin typeface="Montserrat"/>
              </a:rPr>
              <a:t> en </a:t>
            </a:r>
            <a:r>
              <a:rPr lang="es-ES" sz="1000" dirty="0" err="1">
                <a:latin typeface="Montserrat"/>
              </a:rPr>
              <a:t>Teams</a:t>
            </a:r>
            <a:r>
              <a:rPr lang="es-ES" sz="1000" dirty="0">
                <a:latin typeface="Montserrat"/>
              </a:rPr>
              <a:t>: transcripción, resúmenes y toma de decisiones.</a:t>
            </a:r>
          </a:p>
          <a:p>
            <a:pPr algn="l" rtl="0" fontAlgn="base">
              <a:lnSpc>
                <a:spcPct val="150000"/>
              </a:lnSpc>
            </a:pPr>
            <a:endParaRPr lang="en-US" sz="1000" b="0" i="0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473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B2D48-3184-B435-2654-0176DB4D4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1">
            <a:extLst>
              <a:ext uri="{FF2B5EF4-FFF2-40B4-BE49-F238E27FC236}">
                <a16:creationId xmlns:a16="http://schemas.microsoft.com/office/drawing/2014/main" id="{2EA1E1BE-C552-B27A-D275-FED5C3C2A9CB}"/>
              </a:ext>
            </a:extLst>
          </p:cNvPr>
          <p:cNvSpPr/>
          <p:nvPr/>
        </p:nvSpPr>
        <p:spPr>
          <a:xfrm>
            <a:off x="5990602" y="0"/>
            <a:ext cx="6201398" cy="904875"/>
          </a:xfrm>
          <a:prstGeom prst="rect">
            <a:avLst/>
          </a:prstGeom>
          <a:gradFill flip="none" rotWithShape="1">
            <a:gsLst>
              <a:gs pos="1000">
                <a:srgbClr val="071C31"/>
              </a:gs>
              <a:gs pos="100000">
                <a:srgbClr val="071C31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E30B7155-3F6D-7884-220A-8527986EF0DC}"/>
              </a:ext>
            </a:extLst>
          </p:cNvPr>
          <p:cNvSpPr/>
          <p:nvPr/>
        </p:nvSpPr>
        <p:spPr>
          <a:xfrm>
            <a:off x="0" y="0"/>
            <a:ext cx="5990602" cy="904875"/>
          </a:xfrm>
          <a:prstGeom prst="rect">
            <a:avLst/>
          </a:prstGeom>
          <a:solidFill>
            <a:srgbClr val="071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C20B5F5-97A0-58BF-B7AB-4F287314E9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733" y="139398"/>
            <a:ext cx="1069383" cy="635305"/>
          </a:xfrm>
          <a:prstGeom prst="rect">
            <a:avLst/>
          </a:prstGeom>
        </p:spPr>
      </p:pic>
      <p:sp>
        <p:nvSpPr>
          <p:cNvPr id="18" name="Rectangle 11">
            <a:extLst>
              <a:ext uri="{FF2B5EF4-FFF2-40B4-BE49-F238E27FC236}">
                <a16:creationId xmlns:a16="http://schemas.microsoft.com/office/drawing/2014/main" id="{4DF6BF46-6B38-C9E2-C639-7FF4236CB916}"/>
              </a:ext>
            </a:extLst>
          </p:cNvPr>
          <p:cNvSpPr/>
          <p:nvPr/>
        </p:nvSpPr>
        <p:spPr>
          <a:xfrm>
            <a:off x="-2" y="6549267"/>
            <a:ext cx="12192001" cy="308733"/>
          </a:xfrm>
          <a:prstGeom prst="rect">
            <a:avLst/>
          </a:prstGeom>
          <a:gradFill flip="none" rotWithShape="1">
            <a:gsLst>
              <a:gs pos="20000">
                <a:srgbClr val="071C31"/>
              </a:gs>
              <a:gs pos="100000">
                <a:srgbClr val="071C31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17">
            <a:extLst>
              <a:ext uri="{FF2B5EF4-FFF2-40B4-BE49-F238E27FC236}">
                <a16:creationId xmlns:a16="http://schemas.microsoft.com/office/drawing/2014/main" id="{80CF015B-3D6C-231E-E4C0-430AF3BE341F}"/>
              </a:ext>
            </a:extLst>
          </p:cNvPr>
          <p:cNvSpPr txBox="1"/>
          <p:nvPr/>
        </p:nvSpPr>
        <p:spPr>
          <a:xfrm>
            <a:off x="2166750" y="194762"/>
            <a:ext cx="7647703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 dirty="0">
                <a:solidFill>
                  <a:srgbClr val="A2BD3D"/>
                </a:solidFill>
                <a:latin typeface="Montserrat ExtraBold" panose="00000900000000000000" pitchFamily="50" charset="0"/>
              </a:rPr>
              <a:t>Copilot y GitHub Copilot</a:t>
            </a:r>
          </a:p>
        </p:txBody>
      </p:sp>
      <p:cxnSp>
        <p:nvCxnSpPr>
          <p:cNvPr id="24" name="Straight Connector 18">
            <a:extLst>
              <a:ext uri="{FF2B5EF4-FFF2-40B4-BE49-F238E27FC236}">
                <a16:creationId xmlns:a16="http://schemas.microsoft.com/office/drawing/2014/main" id="{AA410F6A-3428-CDD1-5CF8-63B9CA8CE090}"/>
              </a:ext>
            </a:extLst>
          </p:cNvPr>
          <p:cNvCxnSpPr>
            <a:cxnSpLocks/>
          </p:cNvCxnSpPr>
          <p:nvPr/>
        </p:nvCxnSpPr>
        <p:spPr>
          <a:xfrm>
            <a:off x="1708726" y="194762"/>
            <a:ext cx="0" cy="48673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0CFA27D-6562-5C8B-454A-CE40AB7CBC62}"/>
              </a:ext>
            </a:extLst>
          </p:cNvPr>
          <p:cNvSpPr txBox="1">
            <a:spLocks/>
          </p:cNvSpPr>
          <p:nvPr/>
        </p:nvSpPr>
        <p:spPr>
          <a:xfrm>
            <a:off x="526354" y="1009899"/>
            <a:ext cx="10415965" cy="555025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755934" rtl="0" eaLnBrk="1" latinLnBrk="0" hangingPunct="1">
              <a:lnSpc>
                <a:spcPct val="90000"/>
              </a:lnSpc>
              <a:spcBef>
                <a:spcPts val="827"/>
              </a:spcBef>
              <a:buFont typeface="Arial" panose="020B0604020202020204" pitchFamily="34" charset="0"/>
              <a:buNone/>
              <a:defRPr sz="2000" b="1" kern="1200">
                <a:solidFill>
                  <a:srgbClr val="2D77B1"/>
                </a:solidFill>
                <a:latin typeface="+mn-lt"/>
                <a:ea typeface="+mn-ea"/>
                <a:cs typeface="+mn-cs"/>
              </a:defRPr>
            </a:lvl1pPr>
            <a:lvl2pPr marL="566951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44918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2885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0853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8820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56787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34754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12722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 b="1" kern="1200">
                <a:solidFill>
                  <a:srgbClr val="2D77B1"/>
                </a:solidFill>
                <a:latin typeface="Montserrat"/>
              </a:rPr>
              <a:t>●</a:t>
            </a:r>
            <a:r>
              <a:rPr lang="es-ES" sz="1000">
                <a:latin typeface="Montserrat"/>
              </a:rPr>
              <a:t> </a:t>
            </a:r>
            <a:r>
              <a:rPr lang="es-ES" sz="1000" b="0" dirty="0">
                <a:solidFill>
                  <a:schemeClr val="tx1"/>
                </a:solidFill>
                <a:latin typeface="Montserrat"/>
              </a:rPr>
              <a:t> </a:t>
            </a:r>
            <a:r>
              <a:rPr lang="es-ES" sz="1000" b="0" err="1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Copilot</a:t>
            </a:r>
            <a:r>
              <a:rPr lang="es-ES" sz="1000" b="0" dirty="0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 Studio (La evolución de Power Virtual </a:t>
            </a:r>
            <a:r>
              <a:rPr lang="es-ES" sz="1000" b="0" err="1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Agents</a:t>
            </a:r>
            <a:r>
              <a:rPr lang="es-ES" sz="1000" b="0" dirty="0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 + Power </a:t>
            </a:r>
            <a:r>
              <a:rPr lang="es-ES" sz="1000" b="0" err="1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Automate</a:t>
            </a:r>
            <a:r>
              <a:rPr lang="es-ES" sz="1000" b="0" dirty="0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 + AI </a:t>
            </a:r>
            <a:r>
              <a:rPr lang="es-ES" sz="1000" b="0" err="1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Builder</a:t>
            </a:r>
            <a:r>
              <a:rPr lang="es-ES" sz="1000" b="0" dirty="0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).</a:t>
            </a:r>
            <a:endParaRPr lang="es-ES" sz="1000" b="0" dirty="0">
              <a:solidFill>
                <a:schemeClr val="tx1"/>
              </a:solidFill>
              <a:latin typeface="Montserrat" panose="00000500000000000000" pitchFamily="2" charset="0"/>
              <a:ea typeface="Calibri"/>
              <a:cs typeface="Calibri"/>
            </a:endParaRPr>
          </a:p>
          <a:p>
            <a:pPr indent="457200" algn="just">
              <a:defRPr/>
            </a:pPr>
            <a:r>
              <a:rPr lang="es-ES" sz="1000" b="0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Qué es </a:t>
            </a:r>
            <a:r>
              <a:rPr lang="es-ES" sz="1000" b="0" err="1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Copilot</a:t>
            </a:r>
            <a:r>
              <a:rPr lang="es-ES" sz="1000" b="0" dirty="0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 Studio y arquitectura general.</a:t>
            </a:r>
          </a:p>
          <a:p>
            <a:pPr algn="just">
              <a:defRPr/>
            </a:pPr>
            <a:r>
              <a:rPr lang="es-ES" sz="1000" b="0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            Creación de agentes conversacionales personalizados.</a:t>
            </a:r>
            <a:endParaRPr lang="es-ES" sz="1000">
              <a:solidFill>
                <a:schemeClr val="tx1"/>
              </a:solidFill>
              <a:latin typeface="Montserrat"/>
            </a:endParaRPr>
          </a:p>
          <a:p>
            <a:pPr algn="just">
              <a:defRPr/>
            </a:pPr>
            <a:r>
              <a:rPr lang="es-ES" sz="1000" b="0" dirty="0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            Integración con Power </a:t>
            </a:r>
            <a:r>
              <a:rPr lang="es-ES" sz="1000" b="0" dirty="0" err="1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Automate</a:t>
            </a:r>
            <a:r>
              <a:rPr lang="es-ES" sz="1000" b="0" dirty="0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 para crear flujos automatizados.</a:t>
            </a:r>
            <a:endParaRPr lang="es-ES" sz="1000">
              <a:solidFill>
                <a:schemeClr val="tx1"/>
              </a:solidFill>
              <a:latin typeface="Montserrat"/>
            </a:endParaRPr>
          </a:p>
          <a:p>
            <a:pPr algn="just">
              <a:defRPr/>
            </a:pPr>
            <a:r>
              <a:rPr lang="es-ES" sz="1000" b="0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            Uso de conectores:</a:t>
            </a:r>
            <a:endParaRPr lang="es-ES" sz="1000">
              <a:solidFill>
                <a:schemeClr val="tx1"/>
              </a:solidFill>
              <a:latin typeface="Montserrat"/>
            </a:endParaRPr>
          </a:p>
          <a:p>
            <a:pPr algn="just">
              <a:defRPr/>
            </a:pPr>
            <a:r>
              <a:rPr lang="es-ES" sz="1000" b="0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                               Excel.</a:t>
            </a:r>
            <a:endParaRPr lang="es-ES" sz="1000">
              <a:solidFill>
                <a:schemeClr val="tx1"/>
              </a:solidFill>
              <a:latin typeface="Montserrat"/>
            </a:endParaRPr>
          </a:p>
          <a:p>
            <a:pPr algn="just">
              <a:defRPr/>
            </a:pPr>
            <a:r>
              <a:rPr lang="es-ES" sz="1000" b="0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                               SharePoint.</a:t>
            </a:r>
            <a:endParaRPr lang="es-ES" sz="1000">
              <a:solidFill>
                <a:schemeClr val="tx1"/>
              </a:solidFill>
              <a:latin typeface="Montserrat"/>
            </a:endParaRPr>
          </a:p>
          <a:p>
            <a:pPr algn="just">
              <a:defRPr/>
            </a:pPr>
            <a:r>
              <a:rPr lang="es-ES" sz="1000" b="0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                               Dynamics.</a:t>
            </a:r>
            <a:endParaRPr lang="es-ES" sz="1000">
              <a:solidFill>
                <a:schemeClr val="tx1"/>
              </a:solidFill>
              <a:latin typeface="Montserrat"/>
            </a:endParaRPr>
          </a:p>
          <a:p>
            <a:pPr algn="just">
              <a:defRPr/>
            </a:pPr>
            <a:r>
              <a:rPr lang="es-ES" sz="1000" b="0" dirty="0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                               </a:t>
            </a:r>
            <a:r>
              <a:rPr lang="es-ES" sz="1000" b="0" dirty="0" err="1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APIs</a:t>
            </a:r>
            <a:r>
              <a:rPr lang="es-ES" sz="1000" b="0" dirty="0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 personalizadas.</a:t>
            </a:r>
            <a:endParaRPr lang="es-ES" sz="1000">
              <a:solidFill>
                <a:schemeClr val="tx1"/>
              </a:solidFill>
              <a:latin typeface="Montserrat"/>
            </a:endParaRPr>
          </a:p>
          <a:p>
            <a:pPr algn="just">
              <a:defRPr/>
            </a:pPr>
            <a:r>
              <a:rPr lang="es-ES" sz="1000" b="0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            Construcción de acciones generativas con IA.</a:t>
            </a:r>
            <a:endParaRPr lang="es-ES" sz="1000">
              <a:solidFill>
                <a:schemeClr val="tx1"/>
              </a:solidFill>
              <a:latin typeface="Montserrat"/>
            </a:endParaRPr>
          </a:p>
          <a:p>
            <a:pPr algn="just">
              <a:defRPr/>
            </a:pPr>
            <a:r>
              <a:rPr lang="es-ES" sz="1000" b="0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            Publicación y mantenimiento de agentes.</a:t>
            </a:r>
            <a:endParaRPr lang="es-ES" sz="1000">
              <a:solidFill>
                <a:schemeClr val="tx1"/>
              </a:solidFill>
              <a:latin typeface="Montserrat"/>
            </a:endParaRP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endParaRPr lang="es-ES" sz="1000" b="0" kern="1200" dirty="0">
              <a:solidFill>
                <a:schemeClr val="tx1"/>
              </a:solidFill>
              <a:latin typeface="Montserrat"/>
            </a:endParaRP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 b="0" kern="1200" dirty="0">
                <a:latin typeface="Montserrat"/>
              </a:rPr>
              <a:t>●</a:t>
            </a:r>
            <a:r>
              <a:rPr lang="es-ES" sz="1000" b="0" dirty="0">
                <a:solidFill>
                  <a:schemeClr val="tx1"/>
                </a:solidFill>
                <a:latin typeface="Montserrat"/>
              </a:rPr>
              <a:t>  </a:t>
            </a:r>
            <a:r>
              <a:rPr lang="es-ES" sz="1000" b="0" dirty="0" err="1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Copilot</a:t>
            </a:r>
            <a:r>
              <a:rPr lang="es-ES" sz="1000" b="0" dirty="0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 + Automatización.</a:t>
            </a:r>
            <a:endParaRPr lang="es-ES" sz="1000" b="0" kern="1200" dirty="0">
              <a:solidFill>
                <a:schemeClr val="tx1"/>
              </a:solidFill>
              <a:latin typeface="Montserrat"/>
              <a:ea typeface="Calibri"/>
              <a:cs typeface="Calibri"/>
            </a:endParaRPr>
          </a:p>
          <a:p>
            <a:pPr indent="400050" algn="just">
              <a:defRPr/>
            </a:pPr>
            <a:r>
              <a:rPr lang="es-ES" sz="1000" b="0" dirty="0" err="1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Copilot</a:t>
            </a:r>
            <a:r>
              <a:rPr lang="es-ES" sz="1000" b="0" dirty="0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 como “motor de lógica” dentro de </a:t>
            </a:r>
            <a:r>
              <a:rPr lang="es-ES" sz="1000" b="0" dirty="0" err="1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workflows</a:t>
            </a:r>
            <a:r>
              <a:rPr lang="es-ES" sz="1000" b="0" dirty="0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.</a:t>
            </a:r>
            <a:endParaRPr lang="es-ES" sz="1000">
              <a:solidFill>
                <a:schemeClr val="tx1"/>
              </a:solidFill>
              <a:latin typeface="Montserrat"/>
            </a:endParaRPr>
          </a:p>
          <a:p>
            <a:pPr algn="just">
              <a:defRPr/>
            </a:pPr>
            <a:r>
              <a:rPr lang="es-ES" sz="1000" b="0" dirty="0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            Uso combinado con </a:t>
            </a:r>
            <a:r>
              <a:rPr lang="es-ES" sz="1000" b="0" dirty="0" err="1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Lovable</a:t>
            </a:r>
            <a:r>
              <a:rPr lang="es-ES" sz="1000" b="0" dirty="0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, N8N y </a:t>
            </a:r>
            <a:r>
              <a:rPr lang="es-ES" sz="1000" b="0" dirty="0" err="1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Zapier</a:t>
            </a:r>
            <a:r>
              <a:rPr lang="es-ES" sz="1000" b="0" dirty="0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 (</a:t>
            </a:r>
            <a:r>
              <a:rPr lang="es-ES" sz="1000" b="0" dirty="0" err="1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arquitecuras</a:t>
            </a:r>
            <a:r>
              <a:rPr lang="es-ES" sz="1000" b="0" dirty="0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 híbridas).</a:t>
            </a:r>
            <a:endParaRPr lang="es-ES" sz="1000">
              <a:solidFill>
                <a:schemeClr val="tx1"/>
              </a:solidFill>
              <a:latin typeface="Montserrat"/>
            </a:endParaRPr>
          </a:p>
          <a:p>
            <a:pPr algn="just">
              <a:defRPr/>
            </a:pPr>
            <a:r>
              <a:rPr lang="es-ES" sz="1000" b="0" dirty="0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            Integración con </a:t>
            </a:r>
            <a:r>
              <a:rPr lang="es-ES" sz="1000" b="0" dirty="0" err="1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APIs</a:t>
            </a:r>
            <a:r>
              <a:rPr lang="es-ES" sz="1000" b="0" dirty="0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 privadas mediante </a:t>
            </a:r>
            <a:r>
              <a:rPr lang="es-ES" sz="1000" b="0" dirty="0" err="1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Copilot</a:t>
            </a:r>
            <a:r>
              <a:rPr lang="es-ES" sz="1000" b="0" dirty="0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 Studio.</a:t>
            </a:r>
            <a:endParaRPr lang="es-ES" sz="1000">
              <a:solidFill>
                <a:schemeClr val="tx1"/>
              </a:solidFill>
              <a:latin typeface="Montserrat"/>
            </a:endParaRPr>
          </a:p>
          <a:p>
            <a:pPr algn="just">
              <a:defRPr/>
            </a:pPr>
            <a:r>
              <a:rPr lang="es-ES" sz="1000" b="0" dirty="0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            Diseñar procesos donde </a:t>
            </a:r>
            <a:r>
              <a:rPr lang="es-ES" sz="1000" b="0" dirty="0" err="1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Copilot</a:t>
            </a:r>
            <a:r>
              <a:rPr lang="es-ES" sz="1000" b="0" dirty="0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 genere o mejore automatizaciones.</a:t>
            </a:r>
            <a:endParaRPr lang="es-ES" sz="1000">
              <a:solidFill>
                <a:schemeClr val="tx1"/>
              </a:solidFill>
              <a:latin typeface="Montserrat"/>
            </a:endParaRP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endParaRPr lang="es-ES" sz="1000" b="0" dirty="0">
              <a:solidFill>
                <a:schemeClr val="tx1"/>
              </a:solidFill>
              <a:latin typeface="Montserrat"/>
            </a:endParaRPr>
          </a:p>
          <a:p>
            <a:pPr algn="just">
              <a:defRPr/>
            </a:pPr>
            <a:r>
              <a:rPr lang="es-ES" sz="1000" b="0">
                <a:latin typeface="Montserrat"/>
                <a:ea typeface="Calibri"/>
                <a:cs typeface="Calibri"/>
              </a:rPr>
              <a:t>●</a:t>
            </a:r>
            <a:r>
              <a:rPr lang="es-ES" sz="1000" b="0" dirty="0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  </a:t>
            </a:r>
            <a:r>
              <a:rPr lang="es-ES" sz="1000" b="0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Seguridad, Fiabilidad y Buenas Prácticas.</a:t>
            </a:r>
            <a:endParaRPr lang="es-ES" sz="1000">
              <a:solidFill>
                <a:schemeClr val="tx1"/>
              </a:solidFill>
              <a:latin typeface="Montserrat"/>
            </a:endParaRPr>
          </a:p>
          <a:p>
            <a:pPr algn="just">
              <a:defRPr/>
            </a:pPr>
            <a:r>
              <a:rPr lang="es-ES" sz="1000" b="0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            Control de datos, privacidad y filtrado.</a:t>
            </a:r>
            <a:endParaRPr lang="es-ES" sz="1000">
              <a:solidFill>
                <a:schemeClr val="tx1"/>
              </a:solidFill>
              <a:latin typeface="Montserrat"/>
            </a:endParaRPr>
          </a:p>
          <a:p>
            <a:pPr algn="just">
              <a:defRPr/>
            </a:pPr>
            <a:r>
              <a:rPr lang="es-ES" sz="1000" b="0" dirty="0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            </a:t>
            </a:r>
            <a:r>
              <a:rPr lang="es-ES" sz="1000" b="0" dirty="0" err="1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Hallucinations</a:t>
            </a:r>
            <a:r>
              <a:rPr lang="es-ES" sz="1000" b="0" dirty="0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 y cómo evitarlas.</a:t>
            </a:r>
            <a:endParaRPr lang="es-ES" sz="1000">
              <a:solidFill>
                <a:schemeClr val="tx1"/>
              </a:solidFill>
              <a:latin typeface="Montserrat"/>
            </a:endParaRPr>
          </a:p>
          <a:p>
            <a:pPr algn="just">
              <a:defRPr/>
            </a:pPr>
            <a:r>
              <a:rPr lang="es-ES" sz="1000" b="0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            Estrategias para validación del contenido generado.</a:t>
            </a:r>
            <a:endParaRPr lang="es-ES" sz="1000">
              <a:solidFill>
                <a:schemeClr val="tx1"/>
              </a:solidFill>
              <a:latin typeface="Montserrat"/>
            </a:endParaRPr>
          </a:p>
          <a:p>
            <a:pPr algn="just">
              <a:defRPr/>
            </a:pPr>
            <a:r>
              <a:rPr lang="es-ES" sz="1000" b="0" dirty="0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            Diseño de </a:t>
            </a:r>
            <a:r>
              <a:rPr lang="es-ES" sz="1000" b="0" dirty="0" err="1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prompts</a:t>
            </a:r>
            <a:r>
              <a:rPr lang="es-ES" sz="1000" b="0" dirty="0">
                <a:solidFill>
                  <a:schemeClr val="tx1"/>
                </a:solidFill>
                <a:latin typeface="Montserrat"/>
                <a:ea typeface="Calibri"/>
                <a:cs typeface="Calibri"/>
              </a:rPr>
              <a:t> robustos y mantenibles.</a:t>
            </a:r>
            <a:endParaRPr lang="es-ES" sz="1000" dirty="0">
              <a:solidFill>
                <a:schemeClr val="tx1"/>
              </a:solidFill>
              <a:latin typeface="Montserrat"/>
            </a:endParaRP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endParaRPr lang="es-ES" sz="1000" b="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566420" lvl="1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s-ES" sz="1000" dirty="0">
                <a:latin typeface="Montserrat"/>
              </a:rPr>
              <a:t>	</a:t>
            </a:r>
            <a:endParaRPr lang="es-ES" sz="1000" b="0" dirty="0">
              <a:solidFill>
                <a:schemeClr val="tx1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412153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rcador de posición de imagen 1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19" name="Rectangle 11">
            <a:extLst>
              <a:ext uri="{FF2B5EF4-FFF2-40B4-BE49-F238E27FC236}">
                <a16:creationId xmlns:a16="http://schemas.microsoft.com/office/drawing/2014/main" id="{EDA1DE54-B81A-B24A-8D63-8A3AFE7BC04C}"/>
              </a:ext>
            </a:extLst>
          </p:cNvPr>
          <p:cNvSpPr/>
          <p:nvPr/>
        </p:nvSpPr>
        <p:spPr>
          <a:xfrm>
            <a:off x="0" y="-1"/>
            <a:ext cx="12191999" cy="6858001"/>
          </a:xfrm>
          <a:prstGeom prst="rect">
            <a:avLst/>
          </a:prstGeom>
          <a:gradFill flip="none" rotWithShape="1">
            <a:gsLst>
              <a:gs pos="20000">
                <a:srgbClr val="071C31"/>
              </a:gs>
              <a:gs pos="100000">
                <a:srgbClr val="071C31">
                  <a:alpha val="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0">
            <a:extLst>
              <a:ext uri="{FF2B5EF4-FFF2-40B4-BE49-F238E27FC236}">
                <a16:creationId xmlns:a16="http://schemas.microsoft.com/office/drawing/2014/main" id="{C948F36E-6068-6642-A7AE-DEB31E60CC16}"/>
              </a:ext>
            </a:extLst>
          </p:cNvPr>
          <p:cNvSpPr/>
          <p:nvPr/>
        </p:nvSpPr>
        <p:spPr>
          <a:xfrm>
            <a:off x="-16073" y="8873"/>
            <a:ext cx="12193773" cy="6858000"/>
          </a:xfrm>
          <a:prstGeom prst="rect">
            <a:avLst/>
          </a:prstGeom>
          <a:solidFill>
            <a:srgbClr val="071C3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62B4945-1807-BE47-B5DD-5F34CBAE3C50}"/>
              </a:ext>
            </a:extLst>
          </p:cNvPr>
          <p:cNvCxnSpPr>
            <a:cxnSpLocks/>
          </p:cNvCxnSpPr>
          <p:nvPr/>
        </p:nvCxnSpPr>
        <p:spPr>
          <a:xfrm>
            <a:off x="743096" y="1109401"/>
            <a:ext cx="0" cy="4391695"/>
          </a:xfrm>
          <a:prstGeom prst="line">
            <a:avLst/>
          </a:prstGeom>
          <a:ln w="28575">
            <a:solidFill>
              <a:srgbClr val="A2BD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71C33A8-5CD5-7046-B7F1-52C1EF2FB2D7}"/>
              </a:ext>
            </a:extLst>
          </p:cNvPr>
          <p:cNvSpPr txBox="1"/>
          <p:nvPr/>
        </p:nvSpPr>
        <p:spPr>
          <a:xfrm>
            <a:off x="527653" y="5731066"/>
            <a:ext cx="430887" cy="587661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600">
                <a:solidFill>
                  <a:srgbClr val="A2BD3D"/>
                </a:solidFill>
                <a:latin typeface="Montserrat" panose="00000500000000000000" pitchFamily="50" charset="0"/>
              </a:rPr>
              <a:t>2026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3D4E59-2248-FC42-B8CE-E04EECCE9BC2}"/>
              </a:ext>
            </a:extLst>
          </p:cNvPr>
          <p:cNvSpPr txBox="1"/>
          <p:nvPr/>
        </p:nvSpPr>
        <p:spPr>
          <a:xfrm>
            <a:off x="576293" y="539274"/>
            <a:ext cx="28720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600" b="1">
                <a:solidFill>
                  <a:srgbClr val="A2BD3D"/>
                </a:solidFill>
                <a:latin typeface="Montserrat" panose="00000500000000000000" pitchFamily="50" charset="0"/>
              </a:rPr>
              <a:t>Icono</a:t>
            </a:r>
            <a:r>
              <a:rPr lang="en-ID" sz="1600">
                <a:solidFill>
                  <a:srgbClr val="A2BD3D"/>
                </a:solidFill>
                <a:latin typeface="Montserrat" panose="00000500000000000000" pitchFamily="50" charset="0"/>
              </a:rPr>
              <a:t> </a:t>
            </a:r>
            <a:r>
              <a:rPr lang="en-ID" sz="1600" i="1">
                <a:solidFill>
                  <a:srgbClr val="A2BD3D"/>
                </a:solidFill>
                <a:latin typeface="Montserrat" panose="00000500000000000000" pitchFamily="50" charset="0"/>
              </a:rPr>
              <a:t>Training Consulting</a:t>
            </a:r>
            <a:endParaRPr lang="en-ID" sz="4800" i="1">
              <a:solidFill>
                <a:srgbClr val="A2BD3D"/>
              </a:solidFill>
              <a:effectLst/>
              <a:latin typeface="Montserrat" panose="00000500000000000000" pitchFamily="50" charset="0"/>
            </a:endParaRPr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5349" y="2296995"/>
            <a:ext cx="3402009" cy="2014466"/>
          </a:xfrm>
          <a:prstGeom prst="rect">
            <a:avLst/>
          </a:prstGeom>
        </p:spPr>
      </p:pic>
      <p:pic>
        <p:nvPicPr>
          <p:cNvPr id="17" name="Imagen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93" y="5433189"/>
            <a:ext cx="12193773" cy="1301938"/>
          </a:xfrm>
          <a:prstGeom prst="rect">
            <a:avLst/>
          </a:prstGeom>
        </p:spPr>
      </p:pic>
      <p:sp>
        <p:nvSpPr>
          <p:cNvPr id="3" name="TextBox 4">
            <a:extLst>
              <a:ext uri="{FF2B5EF4-FFF2-40B4-BE49-F238E27FC236}">
                <a16:creationId xmlns:a16="http://schemas.microsoft.com/office/drawing/2014/main" id="{910ED6B4-913A-2052-18DC-9F9800426BF1}"/>
              </a:ext>
            </a:extLst>
          </p:cNvPr>
          <p:cNvSpPr txBox="1"/>
          <p:nvPr/>
        </p:nvSpPr>
        <p:spPr>
          <a:xfrm>
            <a:off x="4952704" y="4910929"/>
            <a:ext cx="2133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800" spc="300">
                <a:solidFill>
                  <a:schemeClr val="bg1"/>
                </a:solidFill>
                <a:latin typeface="Montserrat SemiBold" panose="00000700000000000000" pitchFamily="50" charset="0"/>
              </a:rPr>
              <a:t>GRACIAS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2A6629B-A93A-F00E-590D-17F31DC05D79}"/>
              </a:ext>
            </a:extLst>
          </p:cNvPr>
          <p:cNvSpPr/>
          <p:nvPr/>
        </p:nvSpPr>
        <p:spPr>
          <a:xfrm>
            <a:off x="-16072" y="6649159"/>
            <a:ext cx="12208072" cy="20884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340FCF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88447CF-2708-8B52-DA74-36F01E1FBD23}"/>
              </a:ext>
            </a:extLst>
          </p:cNvPr>
          <p:cNvSpPr txBox="1"/>
          <p:nvPr/>
        </p:nvSpPr>
        <p:spPr>
          <a:xfrm>
            <a:off x="6280085" y="1105719"/>
            <a:ext cx="5270638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pc="300">
                <a:solidFill>
                  <a:schemeClr val="bg1"/>
                </a:solidFill>
                <a:latin typeface="Montserrat SemiBold"/>
              </a:rPr>
              <a:t>Completa nuestra encuesta</a:t>
            </a:r>
            <a:endParaRPr lang="es-ES" spc="300">
              <a:solidFill>
                <a:schemeClr val="bg1"/>
              </a:solidFill>
              <a:latin typeface="Montserrat SemiBold" panose="00000700000000000000" pitchFamily="50" charset="0"/>
            </a:endParaRPr>
          </a:p>
          <a:p>
            <a:pPr algn="ctr"/>
            <a:r>
              <a:rPr lang="es-ES" spc="300">
                <a:solidFill>
                  <a:schemeClr val="bg1"/>
                </a:solidFill>
                <a:latin typeface="Montserrat SemiBold"/>
              </a:rPr>
              <a:t> de satisfacción a través del QR</a:t>
            </a:r>
            <a:endParaRPr lang="es-ES" spc="300">
              <a:solidFill>
                <a:schemeClr val="bg1"/>
              </a:solidFill>
              <a:latin typeface="Montserrat SemiBold" panose="00000700000000000000" pitchFamily="50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92ADCFC-39F1-153D-B465-E811C38DF81D}"/>
              </a:ext>
            </a:extLst>
          </p:cNvPr>
          <p:cNvSpPr/>
          <p:nvPr/>
        </p:nvSpPr>
        <p:spPr>
          <a:xfrm>
            <a:off x="6333565" y="965947"/>
            <a:ext cx="5161429" cy="914400"/>
          </a:xfrm>
          <a:prstGeom prst="rect">
            <a:avLst/>
          </a:prstGeom>
          <a:noFill/>
          <a:ln>
            <a:solidFill>
              <a:srgbClr val="A2BD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C9EAC1D1-303F-F8C6-339E-508BEAD0E470}"/>
              </a:ext>
            </a:extLst>
          </p:cNvPr>
          <p:cNvSpPr txBox="1"/>
          <p:nvPr/>
        </p:nvSpPr>
        <p:spPr>
          <a:xfrm>
            <a:off x="796577" y="1052393"/>
            <a:ext cx="51614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spc="300" dirty="0" err="1">
                <a:solidFill>
                  <a:schemeClr val="bg1"/>
                </a:solidFill>
                <a:latin typeface="Montserrat SemiBold" panose="00000700000000000000" pitchFamily="50" charset="0"/>
              </a:rPr>
              <a:t>Copilot</a:t>
            </a:r>
            <a:r>
              <a:rPr lang="es-ES" sz="2800" spc="300" dirty="0">
                <a:solidFill>
                  <a:schemeClr val="bg1"/>
                </a:solidFill>
                <a:latin typeface="Montserrat SemiBold" panose="00000700000000000000" pitchFamily="50" charset="0"/>
              </a:rPr>
              <a:t> y GitHub </a:t>
            </a:r>
            <a:r>
              <a:rPr lang="es-ES" sz="2800" spc="300" dirty="0" err="1">
                <a:solidFill>
                  <a:schemeClr val="bg1"/>
                </a:solidFill>
                <a:latin typeface="Montserrat SemiBold" panose="00000700000000000000" pitchFamily="50" charset="0"/>
              </a:rPr>
              <a:t>Copilot</a:t>
            </a:r>
            <a:endParaRPr lang="es-ES" sz="2800" spc="300" dirty="0">
              <a:solidFill>
                <a:schemeClr val="bg1"/>
              </a:solidFill>
              <a:latin typeface="Montserrat SemiBold" panose="00000700000000000000" pitchFamily="50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A1CDECA-2C12-7498-EC98-16F6546BFC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2474" y="5719844"/>
            <a:ext cx="1707052" cy="68095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4762D8A-DD52-A654-736C-80A8870F9A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644" y="2020119"/>
            <a:ext cx="3307961" cy="3307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918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 rtl="0" fontAlgn="base">
          <a:lnSpc>
            <a:spcPct val="150000"/>
          </a:lnSpc>
          <a:defRPr sz="1200" b="1" i="0" u="none" strike="noStrike" dirty="0" smtClean="0">
            <a:solidFill>
              <a:srgbClr val="2D77B1"/>
            </a:solidFill>
            <a:effectLst/>
            <a:latin typeface="Montserrat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1661b78-b637-4858-994c-d7235ff1be25">
      <Terms xmlns="http://schemas.microsoft.com/office/infopath/2007/PartnerControls"/>
    </lcf76f155ced4ddcb4097134ff3c332f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CF113B589ECF74BAE674C4FE25692A4" ma:contentTypeVersion="13" ma:contentTypeDescription="Crear nuevo documento." ma:contentTypeScope="" ma:versionID="16166aad019debf7c734162a7eeeb1c8">
  <xsd:schema xmlns:xsd="http://www.w3.org/2001/XMLSchema" xmlns:xs="http://www.w3.org/2001/XMLSchema" xmlns:p="http://schemas.microsoft.com/office/2006/metadata/properties" xmlns:ns1="http://schemas.microsoft.com/sharepoint/v3" xmlns:ns2="e1661b78-b637-4858-994c-d7235ff1be25" targetNamespace="http://schemas.microsoft.com/office/2006/metadata/properties" ma:root="true" ma:fieldsID="8a72d8678d0b3d9aa43b029cbb4e1c44" ns1:_="" ns2:_="">
    <xsd:import namespace="http://schemas.microsoft.com/sharepoint/v3"/>
    <xsd:import namespace="e1661b78-b637-4858-994c-d7235ff1be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7" nillable="true" ma:displayName="Propiedades de la Directiva de cumplimiento unificado" ma:hidden="true" ma:internalName="_ip_UnifiedCompliancePolicyProperties">
      <xsd:simpleType>
        <xsd:restriction base="dms:Note"/>
      </xsd:simpleType>
    </xsd:element>
    <xsd:element name="_ip_UnifiedCompliancePolicyUIAction" ma:index="18" nillable="true" ma:displayName="Acción de IU de la Directiva de cumplimiento unificado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661b78-b637-4858-994c-d7235ff1be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2f6d729a-a73e-4bc6-b66b-7522a3ccdcf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D58DC3B-FB9A-4A95-A8DF-464C3B3C167D}">
  <ds:schemaRefs>
    <ds:schemaRef ds:uri="546a30eb-5655-45da-a96d-d8af0f94f29e"/>
    <ds:schemaRef ds:uri="http://schemas.microsoft.com/office/2006/documentManagement/types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b4b9ea48-cdbf-4fa0-b3a5-cf6c2ccee581"/>
    <ds:schemaRef ds:uri="http://schemas.microsoft.com/office/2006/metadata/properties"/>
    <ds:schemaRef ds:uri="http://www.w3.org/XML/1998/namespace"/>
    <ds:schemaRef ds:uri="e1661b78-b637-4858-994c-d7235ff1be25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30185C72-4CAC-48F1-B960-68538FBB36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e1661b78-b637-4858-994c-d7235ff1be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E6CB17B-BE80-43D8-98C9-E72F058DB79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7645</TotalTime>
  <Words>694</Words>
  <Application>Microsoft Office PowerPoint</Application>
  <PresentationFormat>Panorámica</PresentationFormat>
  <Paragraphs>90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Arial</vt:lpstr>
      <vt:lpstr>Calibri</vt:lpstr>
      <vt:lpstr>Montserrat</vt:lpstr>
      <vt:lpstr>Montserrat ExtraBold</vt:lpstr>
      <vt:lpstr>Montserrat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ALBERTO GALVEZ LOPEZ</dc:creator>
  <cp:lastModifiedBy>MLuz Salgado Ocaña</cp:lastModifiedBy>
  <cp:revision>552</cp:revision>
  <dcterms:created xsi:type="dcterms:W3CDTF">2020-11-10T22:08:11Z</dcterms:created>
  <dcterms:modified xsi:type="dcterms:W3CDTF">2026-09-09T11:35:03Z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0x0101003CF113B589ECF74BAE674C4FE25692A4</vt:lpwstr>
  </property>
  <property fmtid="{D5CDD505-2E9C-101B-9397-08002B2CF9AE}" pid="3" name="MediaServiceImageTags">
    <vt:lpwstr/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</Properties>
</file>