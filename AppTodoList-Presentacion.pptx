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1463040"/>
            <a:ext cx="4754880" cy="4754880"/>
          </a:xfrm>
          <a:prstGeom prst="ellipse">
            <a:avLst/>
          </a:prstGeom>
          <a:solidFill>
            <a:srgbClr val="3D8B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25912" y="4480560"/>
            <a:ext cx="3108960" cy="31089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TÉCNICA · GITHUB COPILOT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Todo List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 personales con plantillas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recurrencia automática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2011680" cy="0"/>
          </a:xfrm>
          <a:prstGeom prst="line">
            <a:avLst/>
          </a:prstGeom>
          <a:noFill/>
          <a:ln w="31750">
            <a:solidFill>
              <a:srgbClr val="3D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 ·  Entity Framework Core  ·  React + Vite + TypeScript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completo por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proyecto, de punta a punta.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49040" y="59436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26280" y="59436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contexto del proyecto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1307592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30759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130759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020824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2082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02082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49040" y="2734056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73405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734056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49040" y="3447288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44728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6280" y="344728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49040" y="4160520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41605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416052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49040" y="4873752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87375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26280" y="487375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pruebas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5586984"/>
            <a:ext cx="7726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558698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586984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y contexto del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es una aplicación web de gestión de tareas personales, concebida como demo didáctica para el curso de GitHub Copilot.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tareas personales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reutilizables con valores predefinidos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repetitivas (diaria, semanal, mensual)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la siguiente ocurrencia al completar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55448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100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“Claridad del código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 sofisticación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arquitectónica”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01000" y="4160520"/>
            <a:ext cx="1280160" cy="0"/>
          </a:xfrm>
          <a:prstGeom prst="line">
            <a:avLst/>
          </a:prstGeom>
          <a:noFill/>
          <a:ln w="25400">
            <a:solidFill>
              <a:srgbClr val="3D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4389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plana y legible, sin CQRS ni Mediator: fácil de seguir para cualquier desarrollador.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56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de tareas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consultar, actualizar y eliminar tareas de forma completa.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568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Plantillas reutilizables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tareas con valores predefinidos desde una plantilla.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956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14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Tareas repetitivas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7532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diaria, semanal o mensual configurable.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171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74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Siguiente ocurrencia automática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486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 una tarea repetitiva, se genera la próxima.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5171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5074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 explícita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486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claros por recurso, con controladores dedicados.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51713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074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y frontend separados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75320" y="5486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en React consumiendo la API del backend .NET.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por capas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plana y explícita: cada capa tiene una única responsabilidad.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" y="196596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6172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23682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la API REST. Solo UX, sin lógica de negocio.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3474720"/>
            <a:ext cx="219456" cy="182880"/>
          </a:xfrm>
          <a:prstGeom prst="rightArrow">
            <a:avLst/>
          </a:prstGeom>
          <a:solidFill>
            <a:srgbClr val="C7CFE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9504" y="196596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816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3682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80944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980944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026664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HTTP. Delega en los servicios.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73752" y="3474720"/>
            <a:ext cx="219456" cy="182880"/>
          </a:xfrm>
          <a:prstGeom prst="rightArrow">
            <a:avLst/>
          </a:prstGeom>
          <a:solidFill>
            <a:srgbClr val="C7CFE8"/>
          </a:solidFill>
          <a:ln/>
        </p:spPr>
      </p:sp>
      <p:sp>
        <p:nvSpPr>
          <p:cNvPr id="19" name="Shape 15"/>
          <p:cNvSpPr/>
          <p:nvPr/>
        </p:nvSpPr>
        <p:spPr>
          <a:xfrm>
            <a:off x="5111496" y="196596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20156" y="2240280"/>
            <a:ext cx="548640" cy="54864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236829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2936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202936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248656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negocio, validaciones y recurrencia.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095744" y="3474720"/>
            <a:ext cx="219456" cy="182880"/>
          </a:xfrm>
          <a:prstGeom prst="rightArrow">
            <a:avLst/>
          </a:prstGeom>
          <a:solidFill>
            <a:srgbClr val="C7CFE8"/>
          </a:solidFill>
          <a:ln/>
        </p:spPr>
      </p:sp>
      <p:sp>
        <p:nvSpPr>
          <p:cNvPr id="26" name="Shape 21"/>
          <p:cNvSpPr/>
          <p:nvPr/>
        </p:nvSpPr>
        <p:spPr>
          <a:xfrm>
            <a:off x="7333488" y="196596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42148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236829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24928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424928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SQLite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470648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y acceso a la persistencia.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317736" y="3474720"/>
            <a:ext cx="219456" cy="182880"/>
          </a:xfrm>
          <a:prstGeom prst="rightArrow">
            <a:avLst/>
          </a:prstGeom>
          <a:solidFill>
            <a:srgbClr val="C7CFE8"/>
          </a:solidFill>
          <a:ln/>
        </p:spPr>
      </p:sp>
      <p:sp>
        <p:nvSpPr>
          <p:cNvPr id="33" name="Shape 27"/>
          <p:cNvSpPr/>
          <p:nvPr/>
        </p:nvSpPr>
        <p:spPr>
          <a:xfrm>
            <a:off x="9555480" y="196596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26414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156" y="2368296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469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64692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692640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TodoItem, PlantillaTarea, Persona…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dominio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TodoItem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personal: título, estado, recurrencia, próxima fecha.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214884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Plantilla, Categoría, Persona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0020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PlantillaTarea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reutilizable con valores predefinidos.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0" y="4069080"/>
            <a:ext cx="214884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EsRepetitiva, Recurrencia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0020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visual y funcional de tareas.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214884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Color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78240" y="16002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78240" y="1600200"/>
            <a:ext cx="2514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91540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961120" y="2286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asociado a una tarea.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61120" y="4069080"/>
            <a:ext cx="214884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TipoRecurrencia (enum): Diaria · Semanal · Mensual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Tareas · /api/tareas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0370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EA5A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2037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444752" y="21488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EA5A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15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44752" y="266090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/api/tareas/{id}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2278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D8B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278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444752" y="3172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39896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08A2E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398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444752" y="36850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/api/tareas/{id}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2519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251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444752" y="419709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/api/tareas/{id}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476402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D8B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764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444752" y="470916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/{id}/completar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92240" y="15544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4088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Plantillas · /api/plantillas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492240" y="220370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EA5A5"/>
          </a:solidFill>
          <a:ln/>
        </p:spPr>
      </p:sp>
      <p:sp>
        <p:nvSpPr>
          <p:cNvPr id="29" name="Text 25"/>
          <p:cNvSpPr/>
          <p:nvPr/>
        </p:nvSpPr>
        <p:spPr>
          <a:xfrm>
            <a:off x="6492240" y="22037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7388352" y="21488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/api/plantillas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92240" y="271576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0EA5A5"/>
          </a:solidFill>
          <a:ln/>
        </p:spPr>
      </p:sp>
      <p:sp>
        <p:nvSpPr>
          <p:cNvPr id="32" name="Text 28"/>
          <p:cNvSpPr/>
          <p:nvPr/>
        </p:nvSpPr>
        <p:spPr>
          <a:xfrm>
            <a:off x="6492240" y="2715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388352" y="266090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/api/plantillas/{id}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492240" y="322783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D8BFF"/>
          </a:solidFill>
          <a:ln/>
        </p:spPr>
      </p:sp>
      <p:sp>
        <p:nvSpPr>
          <p:cNvPr id="35" name="Text 31"/>
          <p:cNvSpPr/>
          <p:nvPr/>
        </p:nvSpPr>
        <p:spPr>
          <a:xfrm>
            <a:off x="6492240" y="32278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7388352" y="31729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/api/plantillas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492240" y="3739896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08A2E"/>
          </a:solidFill>
          <a:ln/>
        </p:spPr>
      </p:sp>
      <p:sp>
        <p:nvSpPr>
          <p:cNvPr id="38" name="Text 34"/>
          <p:cNvSpPr/>
          <p:nvPr/>
        </p:nvSpPr>
        <p:spPr>
          <a:xfrm>
            <a:off x="6492240" y="37398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7388352" y="36850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/api/plantillas/{id}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6492240" y="42519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41" name="Text 37"/>
          <p:cNvSpPr/>
          <p:nvPr/>
        </p:nvSpPr>
        <p:spPr>
          <a:xfrm>
            <a:off x="6492240" y="4251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7388352" y="419709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/api/plantillas/{id}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492240" y="476402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D8BFF"/>
          </a:solidFill>
          <a:ln/>
        </p:spPr>
      </p:sp>
      <p:sp>
        <p:nvSpPr>
          <p:cNvPr id="44" name="Text 40"/>
          <p:cNvSpPr/>
          <p:nvPr/>
        </p:nvSpPr>
        <p:spPr>
          <a:xfrm>
            <a:off x="6492240" y="4764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7388352" y="470916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/{id}/instanciar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5989320" y="1554480"/>
            <a:ext cx="0" cy="365760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48640" y="5577840"/>
            <a:ext cx="10149840" cy="502920"/>
          </a:xfrm>
          <a:prstGeom prst="roundRect">
            <a:avLst>
              <a:gd name="adj" fmla="val 10909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77240" y="55778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 diseño:  </a:t>
            </a:r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/completar tiene efecto secundario (genera la siguiente ocurrencia), por eso no es un PUT genérico.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0" name="Text 4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645920"/>
            <a:ext cx="4754880" cy="4754880"/>
          </a:xfrm>
          <a:prstGeom prst="ellipse">
            <a:avLst/>
          </a:prstGeom>
          <a:solidFill>
            <a:srgbClr val="3D8B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41B47"/>
          </a:solidFill>
          <a:ln w="12700">
            <a:solidFill>
              <a:srgbClr val="323B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28600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4414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10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86968" y="40690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 REST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44368" y="192024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41B47"/>
          </a:solidFill>
          <a:ln w="12700">
            <a:solidFill>
              <a:srgbClr val="323B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7308" y="228600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24414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5808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 10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54096" y="40690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acceso a datos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11496" y="192024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41B47"/>
          </a:solidFill>
          <a:ln w="12700">
            <a:solidFill>
              <a:srgbClr val="323B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4414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02936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21224" y="40690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embebida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78624" y="192024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41B47"/>
          </a:solidFill>
          <a:ln w="12700">
            <a:solidFill>
              <a:srgbClr val="323B7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41564" y="228600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24414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0064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Vite + TypeScript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88352" y="40690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445752" y="192024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41B47"/>
          </a:solidFill>
          <a:ln w="12700">
            <a:solidFill>
              <a:srgbClr val="323B7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108692" y="228600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140" y="244144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37192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xUnit + Moq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55480" y="406908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Decisiones de diseño clave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196596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600200"/>
            <a:ext cx="5065776" cy="1965960"/>
          </a:xfrm>
          <a:prstGeom prst="rect">
            <a:avLst/>
          </a:prstGeom>
          <a:solidFill>
            <a:srgbClr val="F5F7F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01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sobre SQL Server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embebida, sin infraestructura externa. Ideal para una demo local.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1600200"/>
            <a:ext cx="54864" cy="196596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1" name="Shape 8"/>
          <p:cNvSpPr/>
          <p:nvPr/>
        </p:nvSpPr>
        <p:spPr>
          <a:xfrm>
            <a:off x="5998464" y="1600200"/>
            <a:ext cx="5065776" cy="1965960"/>
          </a:xfrm>
          <a:prstGeom prst="rect">
            <a:avLst/>
          </a:prstGeom>
          <a:solidFill>
            <a:srgbClr val="F5F7FD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9659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801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Controllers sobre Minimal API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17920" y="2468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explícitos y fáciles de leer en pantalla durante la demo.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4864" cy="196596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03504" y="3840480"/>
            <a:ext cx="5065776" cy="1965960"/>
          </a:xfrm>
          <a:prstGeom prst="rect">
            <a:avLst/>
          </a:prstGeom>
          <a:solidFill>
            <a:srgbClr val="F5F7FD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06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041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Recurrencia en el servicio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2960" y="4709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TodoService.Completar() calcula la siguiente ocurrencia, no el controlador ni el modelo.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43600" y="3840480"/>
            <a:ext cx="54864" cy="196596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3" name="Shape 18"/>
          <p:cNvSpPr/>
          <p:nvPr/>
        </p:nvSpPr>
        <p:spPr>
          <a:xfrm>
            <a:off x="5998464" y="3840480"/>
            <a:ext cx="5065776" cy="1965960"/>
          </a:xfrm>
          <a:prstGeom prst="rect">
            <a:avLst/>
          </a:prstGeom>
          <a:solidFill>
            <a:srgbClr val="F5F7FD"/>
          </a:solidFill>
          <a:ln/>
        </p:spPr>
      </p:sp>
      <p:sp>
        <p:nvSpPr>
          <p:cNvPr id="24" name="Shape 19"/>
          <p:cNvSpPr/>
          <p:nvPr/>
        </p:nvSpPr>
        <p:spPr>
          <a:xfrm>
            <a:off x="6217920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42062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40416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Plantilla como entidad propia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17920" y="4709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PlantillaTarea es independiente de TodoItem: se reutiliza sin acoplar su ciclo de vida.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y pruebas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291840"/>
          </a:xfrm>
          <a:prstGeom prst="ellipse">
            <a:avLst/>
          </a:prstGeom>
          <a:solidFill>
            <a:srgbClr val="F5F7FD"/>
          </a:solidFill>
          <a:ln w="38100">
            <a:solidFill>
              <a:srgbClr val="3D8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78892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00600" y="1737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xUnit + Moq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800600" y="212140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 pruebas unitarias del proyecto.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7432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060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Servicios bajo prueba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800600" y="30815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sobre validación de negocio y recurrencia.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7033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006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mocks vacíos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800600" y="40416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verifican comportamiento real, no solo mocks.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66344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00600" y="4617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límite incluidos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4800600" y="50017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 y edge cases en cada feature nueva.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44268" y="2423160"/>
            <a:ext cx="7900416" cy="0"/>
          </a:xfrm>
          <a:prstGeom prst="line">
            <a:avLst/>
          </a:prstGeom>
          <a:noFill/>
          <a:ln w="25400">
            <a:solidFill>
              <a:srgbClr val="C7CF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24228" y="21031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2677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631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5548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46988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identidad de usuario (JWT o cookies).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5770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22677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661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8902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Filtros y paginación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8046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/api/tareas?completada=true, skip/take.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091172" y="21031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2677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30084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22492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Recurrencia automática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13932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BackgroundService para generar ocurrencias sin acción manual.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724644" y="210312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36" y="22677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6355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55964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Recurrencia avanzada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947404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más allá de diaria/semanal/mensual.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486400"/>
            <a:ext cx="10149840" cy="594360"/>
          </a:xfrm>
          <a:prstGeom prst="roundRect">
            <a:avLst>
              <a:gd name="adj" fmla="val 9231"/>
            </a:avLst>
          </a:prstGeom>
          <a:solidFill>
            <a:srgbClr val="F5F7FD"/>
          </a:solidFill>
          <a:ln w="12700">
            <a:solidFill>
              <a:srgbClr val="E4E8F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7240" y="54864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del proyecto:  </a:t>
            </a:r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amplía solo cuando el análisis lo exige, nunca por anticipación.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GitHub Copilot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3D8B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4392" y="-164592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Todo List — demo didáctica de GitHub Copilot en un flujo real de desarrollo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88636" y="4069080"/>
            <a:ext cx="2011680" cy="0"/>
          </a:xfrm>
          <a:prstGeom prst="line">
            <a:avLst/>
          </a:prstGeom>
          <a:noFill/>
          <a:ln w="31750">
            <a:solidFill>
              <a:srgbClr val="3D8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documentación disponibles en docs/analisis-diseño.md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Todo List — Presentación de proyecto</dc:title>
  <dc:subject>PptxGenJS Presentation</dc:subject>
  <dc:creator>App Todo List</dc:creator>
  <cp:lastModifiedBy>App Todo List</cp:lastModifiedBy>
  <cp:revision>1</cp:revision>
  <dcterms:created xsi:type="dcterms:W3CDTF">2026-09-15T11:50:52Z</dcterms:created>
  <dcterms:modified xsi:type="dcterms:W3CDTF">2026-09-15T11:50:52Z</dcterms:modified>
</cp:coreProperties>
</file>